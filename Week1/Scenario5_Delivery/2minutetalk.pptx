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3" autoAdjust="0"/>
    <p:restoredTop sz="94694" autoAdjust="0"/>
  </p:normalViewPr>
  <p:slideViewPr>
    <p:cSldViewPr snapToGrid="0" snapToObjects="1">
      <p:cViewPr varScale="1">
        <p:scale>
          <a:sx n="138" d="100"/>
          <a:sy n="138" d="100"/>
        </p:scale>
        <p:origin x="834" y="12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4/21/2026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86748"/>
          </a:xfrm>
        </p:spPr>
        <p:txBody>
          <a:bodyPr>
            <a:normAutofit/>
          </a:bodyPr>
          <a:lstStyle/>
          <a:p>
            <a:pPr marL="0" lvl="0" indent="0">
              <a:buNone/>
            </a:pPr>
            <a:r>
              <a:rPr sz="1800" dirty="0"/>
              <a:t>2-Minute Talk Track</a:t>
            </a:r>
          </a:p>
        </p:txBody>
      </p:sp>
      <p:sp>
        <p:nvSpPr>
          <p:cNvPr id="3" name="Content Placeholder 2"/>
          <p:cNvSpPr>
            <a:spLocks noGrp="1"/>
          </p:cNvSpPr>
          <p:nvPr>
            <p:ph idx="1"/>
          </p:nvPr>
        </p:nvSpPr>
        <p:spPr>
          <a:xfrm>
            <a:off x="457200" y="775855"/>
            <a:ext cx="8229600" cy="3818768"/>
          </a:xfrm>
        </p:spPr>
        <p:txBody>
          <a:bodyPr>
            <a:noAutofit/>
          </a:bodyPr>
          <a:lstStyle/>
          <a:p>
            <a:pPr marL="0" lvl="0" indent="0">
              <a:buNone/>
            </a:pPr>
            <a:r>
              <a:rPr sz="1000" dirty="0"/>
              <a:t>Today I’m presenting a Week 1 specification for Scenario 5, a small family </a:t>
            </a:r>
            <a:r>
              <a:rPr lang="en-GB" sz="1000" dirty="0"/>
              <a:t>patient</a:t>
            </a:r>
            <a:r>
              <a:rPr sz="1000" dirty="0"/>
              <a:t> practice with </a:t>
            </a:r>
            <a:r>
              <a:rPr sz="1000" b="1" dirty="0"/>
              <a:t>6 physicians</a:t>
            </a:r>
            <a:r>
              <a:rPr sz="1000" dirty="0"/>
              <a:t>, </a:t>
            </a:r>
            <a:r>
              <a:rPr sz="1000" b="1" dirty="0"/>
              <a:t>2 locations</a:t>
            </a:r>
            <a:r>
              <a:rPr sz="1000" dirty="0"/>
              <a:t>, and about </a:t>
            </a:r>
            <a:r>
              <a:rPr sz="1000" b="1" dirty="0"/>
              <a:t>180 patients per day</a:t>
            </a:r>
            <a:r>
              <a:rPr sz="1000" dirty="0"/>
              <a:t>, supported by a </a:t>
            </a:r>
            <a:r>
              <a:rPr sz="1000" b="1" dirty="0"/>
              <a:t>4-person front-desk team</a:t>
            </a:r>
            <a:r>
              <a:rPr sz="1000" dirty="0"/>
              <a:t>.</a:t>
            </a:r>
            <a:endParaRPr lang="en-GB" sz="1000" dirty="0"/>
          </a:p>
          <a:p>
            <a:pPr marL="0" lvl="0" indent="0">
              <a:buNone/>
            </a:pPr>
            <a:endParaRPr sz="1000" dirty="0"/>
          </a:p>
          <a:p>
            <a:pPr marL="0" lvl="0" indent="0">
              <a:buNone/>
            </a:pPr>
            <a:r>
              <a:rPr sz="1000" dirty="0"/>
              <a:t>The core problem is intake reliability. The front desk is responsible for a complex workflow including insurance verification, prior-auth checks, questionnaires, medication updates, allergy-flag surfacing, and visit-reason routing. At this volume, physicians are often starting visits with incomplete intake information. The scenario highlights two recurring failures in particular: </a:t>
            </a:r>
            <a:r>
              <a:rPr sz="1000" b="1" dirty="0"/>
              <a:t>expired prior </a:t>
            </a:r>
            <a:r>
              <a:rPr sz="1000" b="1" dirty="0" err="1"/>
              <a:t>authorisations</a:t>
            </a:r>
            <a:r>
              <a:rPr sz="1000" dirty="0"/>
              <a:t> and </a:t>
            </a:r>
            <a:r>
              <a:rPr sz="1000" b="1" dirty="0"/>
              <a:t>unreviewed medication changes</a:t>
            </a:r>
            <a:r>
              <a:rPr sz="1000" dirty="0"/>
              <a:t>.</a:t>
            </a:r>
          </a:p>
          <a:p>
            <a:pPr marL="0" lvl="0" indent="0">
              <a:buNone/>
            </a:pPr>
            <a:r>
              <a:rPr sz="1000" dirty="0"/>
              <a:t>My design objective is to improve intake completeness and reduce administrative burden through an agentic workflow, but with a strict boundary: the system is </a:t>
            </a:r>
            <a:r>
              <a:rPr sz="1000" b="1" dirty="0"/>
              <a:t>non-clinical</a:t>
            </a:r>
            <a:r>
              <a:rPr sz="1000" dirty="0"/>
              <a:t>. The agent can collect information, check completeness, verify statuses, route cases, and create escalations. It cannot diagnose, triage medically, determine urgency, or interpret the significance of medication changes or allergy flags. Any potentially urgent or ambiguous visit reason must be routed to a human.</a:t>
            </a:r>
          </a:p>
          <a:p>
            <a:pPr marL="0" lvl="0" indent="0">
              <a:buNone/>
            </a:pPr>
            <a:r>
              <a:rPr sz="1000" dirty="0"/>
              <a:t>The delegation logic follows that boundary. Fully agentic tasks include appointment retrieval, intake work item creation, questionnaire tracking, insurance verification, medication comparison, and allergy retrieval. Agent-led with human review includes prior-auth checks using explicit rules, discrepancy flagging, and visit-reason routing under narrow admin rules. Human-only decisions include medical urgency, medication significance, allergy significance, and overrides.</a:t>
            </a:r>
          </a:p>
          <a:p>
            <a:pPr marL="0" lvl="0" indent="0">
              <a:buNone/>
            </a:pPr>
            <a:r>
              <a:rPr sz="1000" dirty="0"/>
              <a:t>The system’s core capability is to create one intake work item per appointment, run the required administrative checks, escalate unresolved issues to the right queue, and only mark a visit </a:t>
            </a:r>
            <a:r>
              <a:rPr sz="1000" b="1" dirty="0"/>
              <a:t>READY_FOR_VISIT</a:t>
            </a:r>
            <a:r>
              <a:rPr sz="1000" dirty="0"/>
              <a:t> when all required admin steps are complete and there are </a:t>
            </a:r>
            <a:r>
              <a:rPr sz="1000" b="1" dirty="0"/>
              <a:t>zero open escalations</a:t>
            </a:r>
            <a:r>
              <a:rPr sz="1000" dirty="0"/>
              <a:t>.</a:t>
            </a:r>
          </a:p>
          <a:p>
            <a:pPr marL="0" lvl="0" indent="0">
              <a:buNone/>
            </a:pPr>
            <a:r>
              <a:rPr sz="1000" dirty="0"/>
              <a:t>I validated the design across a happy path, an edge case, and a failure mode that tests the delegation boundary itself. For example, if the patient enters </a:t>
            </a:r>
            <a:r>
              <a:rPr sz="1000" b="1" dirty="0"/>
              <a:t>“chest pain since last night,”</a:t>
            </a:r>
            <a:r>
              <a:rPr sz="1000" dirty="0"/>
              <a:t> the system must escalate to clinical staff and must not produce triage advice or urgency classification.</a:t>
            </a:r>
          </a:p>
          <a:p>
            <a:pPr marL="0" lvl="0" indent="0">
              <a:buNone/>
            </a:pPr>
            <a:r>
              <a:rPr sz="1000" dirty="0"/>
              <a:t>The main unknowns are integration details, prior-auth rule quality, queue ownership, and compliance requirements. So my next step would be to validate those assumptions, then move this spec into a Claude build loop.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8579</TotalTime>
  <Words>403</Words>
  <Application>Microsoft Office PowerPoint</Application>
  <PresentationFormat>On-screen Show (16:9)</PresentationFormat>
  <Paragraphs>9</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2-Minute Talk Track</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Nadia Rahmatulla</dc:creator>
  <cp:keywords/>
  <cp:lastModifiedBy>Nadia Rahmatulla</cp:lastModifiedBy>
  <cp:revision>3</cp:revision>
  <dcterms:created xsi:type="dcterms:W3CDTF">2026-04-21T17:55:12Z</dcterms:created>
  <dcterms:modified xsi:type="dcterms:W3CDTF">2026-04-27T17:31:18Z</dcterms:modified>
</cp:coreProperties>
</file>