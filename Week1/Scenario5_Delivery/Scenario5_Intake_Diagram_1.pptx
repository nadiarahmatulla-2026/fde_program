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1" r:id="rId2"/>
    <p:sldId id="2562" r:id="rId3"/>
    <p:sldId id="2563"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cenario 5 – Patient Intake: Easy Talk‑Through Flow" id="{2EE6EA8D-33F8-4C32-8836-2C870EA04453}">
          <p14:sldIdLst>
            <p14:sldId id="2561"/>
          </p14:sldIdLst>
        </p14:section>
        <p14:section name="Pre‑Visit Administrative Intake Flow" id="{EC85D48C-CAE4-4C1F-AC28-15182E5DA8A3}">
          <p14:sldIdLst>
            <p14:sldId id="2562"/>
            <p14:sldId id="25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C1C6D1-059F-84A6-497D-562ADAC70958}" v="7" dt="2026-04-21T18:18:23.808"/>
    <p1510:client id="{D88D3A03-4A06-ECD8-E6E3-FCD875607ADA}" v="3" dt="2026-04-21T18:06:41.8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1CA136-FB40-4F3C-A73B-5F2762396FE8}" type="datetimeFigureOut">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635A06-A0AB-47E2-B268-836564026B40}" type="slidenum">
              <a:t>‹#›</a:t>
            </a:fld>
            <a:endParaRPr lang="en-US"/>
          </a:p>
        </p:txBody>
      </p:sp>
    </p:spTree>
    <p:extLst>
      <p:ext uri="{BB962C8B-B14F-4D97-AF65-F5344CB8AC3E}">
        <p14:creationId xmlns:p14="http://schemas.microsoft.com/office/powerpoint/2010/main" val="3883854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AED032A-D7C0-4776-BAF9-74C485409DCE}" type="slidenum">
              <a:t>1</a:t>
            </a:fld>
            <a:endParaRPr lang="en-US"/>
          </a:p>
        </p:txBody>
      </p:sp>
    </p:spTree>
    <p:extLst>
      <p:ext uri="{BB962C8B-B14F-4D97-AF65-F5344CB8AC3E}">
        <p14:creationId xmlns:p14="http://schemas.microsoft.com/office/powerpoint/2010/main" val="1106909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https://epam-my.sharepoint.com/personal/nadia_rahmatulla_firstderivative_com/_layouts/15/Doc.aspx?sourcedoc=%7BA6F74C4E-4E64-4A59-895B-22082192D23D%7D&amp;file=2minutetalk.pptx&amp;action=edit&amp;mobileredirect=true
From Scheduled Appointment to Ready‑for‑Visit Decision
</a:t>
            </a:r>
          </a:p>
        </p:txBody>
      </p:sp>
      <p:sp>
        <p:nvSpPr>
          <p:cNvPr id="4" name="Slide Number Placeholder 3"/>
          <p:cNvSpPr>
            <a:spLocks noGrp="1"/>
          </p:cNvSpPr>
          <p:nvPr>
            <p:ph type="sldNum" sz="quarter" idx="5"/>
          </p:nvPr>
        </p:nvSpPr>
        <p:spPr/>
        <p:txBody>
          <a:bodyPr/>
          <a:lstStyle/>
          <a:p>
            <a:fld id="{DAED032A-D7C0-4776-BAF9-74C485409DCE}" type="slidenum">
              <a:t>2</a:t>
            </a:fld>
            <a:endParaRPr lang="en-US"/>
          </a:p>
        </p:txBody>
      </p:sp>
    </p:spTree>
    <p:extLst>
      <p:ext uri="{BB962C8B-B14F-4D97-AF65-F5344CB8AC3E}">
        <p14:creationId xmlns:p14="http://schemas.microsoft.com/office/powerpoint/2010/main" val="2396003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https://epam-my.sharepoint.com/personal/nadia_rahmatulla_firstderivative_com/_layouts/15/Doc.aspx?sourcedoc=%7BA6F74C4E-4E64-4A59-895B-22082192D23D%7D&amp;file=2minutetalk.pptx&amp;action=edit&amp;mobileredirect=true
This diagram is designed to be talked through end‑to‑end in under two minutes, while still making the delegation boundary between AI and humans unmistakably clear. The flow begins with a scheduled appointment, typically captured between seven days and one day before the visit. At this point, volume is already significant: the practice handles roughly 180 patient visits per day across two locations, which translates into hundreds of upcoming appointments in any rolling intake window. The key problem is not appointment creation, but ensuring that each appointment arrives at the physician in an administratively ready state rather than surfacing problems mid‑visit.
The central box in the diagram is the AI Intake Orchestrator, explicitly labeled as “admin‑only.” This visual cue matters: it signals that the agent’s authority is limited to deterministic, non‑clinical tasks. From this orchestrator, the system runs a defined set of checks that mirror the clinic’s real intake failure points. These include verifying that insurance is active on the date of service, confirming that a required prior authorisation exists and is not expired, and ensuring that all required pre‑visit questionnaires have been completed. Each of these checks is rule‑based and traceable, relying on existing systems such as athenahealth and the insurance eligibility tool, rather than inference or medical reasoning.
The decision diamond — “All Checks Pass?” — is the heart of the diagram and the core of the talk track. It represents a binary administrative decision, not a clinical one. If every required check passes and there are zero unresolved exceptions, the visit is marked READY FOR VISIT. This state means only that administrative prerequisites are complete; it does not imply clinical appropriateness or urgency. Conversely, if any check fails or produces ambiguity, the flow routes left to an escalation path. An escalation creates a concrete task for front‑desk staff, bundled with context about what failed, where, and why the agent stopped. This preserves accountability and ensures that any judgment, interpretation, or patient follow‑up involving the visit reason is handled by a human.
When talked through verbally, this diagram supports three key points: first, the agent reduces front‑desk load by handling repetitive checks at scale; second, it prevents late‑discovered intake failures that disrupt physicians; and third, it enforces a hard safety boundary by making escalation the default whenever rules are insufficient. Reviewers can quickly see where automation ends, where humans re‑enter, and why that boundary is defensible in a clinical environment.
</a:t>
            </a:r>
          </a:p>
        </p:txBody>
      </p:sp>
      <p:sp>
        <p:nvSpPr>
          <p:cNvPr id="4" name="Slide Number Placeholder 3"/>
          <p:cNvSpPr>
            <a:spLocks noGrp="1"/>
          </p:cNvSpPr>
          <p:nvPr>
            <p:ph type="sldNum" sz="quarter" idx="5"/>
          </p:nvPr>
        </p:nvSpPr>
        <p:spPr/>
        <p:txBody>
          <a:bodyPr/>
          <a:lstStyle/>
          <a:p>
            <a:fld id="{DAED032A-D7C0-4776-BAF9-74C485409DCE}" type="slidenum">
              <a:t>3</a:t>
            </a:fld>
            <a:endParaRPr lang="en-US"/>
          </a:p>
        </p:txBody>
      </p:sp>
    </p:spTree>
    <p:extLst>
      <p:ext uri="{BB962C8B-B14F-4D97-AF65-F5344CB8AC3E}">
        <p14:creationId xmlns:p14="http://schemas.microsoft.com/office/powerpoint/2010/main" val="12935419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userDrawn="1"/>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21359139-99F8-4B6E-8834-95F2B9D91EE4}"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335372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44BE14B8-5058-4271-B378-2217DE83796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384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userDrawn="1"/>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679FB602-DB7A-4B0E-854D-FB51F38BB0AA}"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826499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C35E5011-9B67-D528-E120-F5ABBF8FE5A5}"/>
              </a:ext>
            </a:extLst>
          </p:cNvPr>
          <p:cNvPicPr>
            <a:picLocks noChangeAspect="1"/>
          </p:cNvPicPr>
          <p:nvPr userDrawn="1"/>
        </p:nvPicPr>
        <p:blipFill>
          <a:blip r:embed="rId2">
            <a:extLst>
              <a:ext uri="{28A0092B-C50C-407E-A947-70E740481C1C}">
                <a14:useLocalDpi xmlns:a14="http://schemas.microsoft.com/office/drawing/2010/main" val="0"/>
              </a:ext>
            </a:extLst>
          </a:blip>
          <a:srcRect l="8525" r="1082" b="9618"/>
          <a:stretch>
            <a:fillRect/>
          </a:stretch>
        </p:blipFill>
        <p:spPr>
          <a:xfrm>
            <a:off x="-13716" y="0"/>
            <a:ext cx="12205716" cy="6858000"/>
          </a:xfrm>
          <a:prstGeom prst="rect">
            <a:avLst/>
          </a:prstGeom>
        </p:spPr>
      </p:pic>
      <p:sp>
        <p:nvSpPr>
          <p:cNvPr id="8" name="Title 7">
            <a:extLst>
              <a:ext uri="{FF2B5EF4-FFF2-40B4-BE49-F238E27FC236}">
                <a16:creationId xmlns:a16="http://schemas.microsoft.com/office/drawing/2014/main" id="{C9965342-2954-67DF-2693-F39C0B9F8272}"/>
              </a:ext>
            </a:extLst>
          </p:cNvPr>
          <p:cNvSpPr>
            <a:spLocks noGrp="1"/>
          </p:cNvSpPr>
          <p:nvPr>
            <p:ph type="title"/>
          </p:nvPr>
        </p:nvSpPr>
        <p:spPr>
          <a:xfrm>
            <a:off x="420791" y="426598"/>
            <a:ext cx="9942409" cy="671387"/>
          </a:xfrm>
        </p:spPr>
        <p:txBody>
          <a:bodyPr/>
          <a:lstStyle>
            <a:lvl1pPr>
              <a:defRPr sz="42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FEB4B13F-216B-09EA-9E05-12FBA70B8251}"/>
              </a:ext>
            </a:extLst>
          </p:cNvPr>
          <p:cNvSpPr>
            <a:spLocks noGrp="1"/>
          </p:cNvSpPr>
          <p:nvPr>
            <p:ph type="subTitle" idx="1"/>
          </p:nvPr>
        </p:nvSpPr>
        <p:spPr>
          <a:xfrm>
            <a:off x="433413" y="1097985"/>
            <a:ext cx="3704199" cy="103561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58793" y="6357493"/>
            <a:ext cx="2703777" cy="338328"/>
          </a:xfrm>
        </p:spPr>
        <p:txBody>
          <a:bodyPr/>
          <a:lstStyle>
            <a:lvl1pP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36185" y="6357493"/>
            <a:ext cx="2258646" cy="338328"/>
          </a:xfrm>
        </p:spPr>
        <p:txBody>
          <a:bodyPr/>
          <a:lstStyle>
            <a:lvl1pPr>
              <a:defRPr>
                <a:solidFill>
                  <a:schemeClr val="tx1"/>
                </a:solidFill>
              </a:defRPr>
            </a:lvl1pPr>
          </a:lstStyle>
          <a:p>
            <a:fld id="{5472F7A5-01BF-4366-9757-1F523CD5236A}"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57493"/>
            <a:ext cx="457200"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156833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4">
    <p:spTree>
      <p:nvGrpSpPr>
        <p:cNvPr id="1" name=""/>
        <p:cNvGrpSpPr/>
        <p:nvPr/>
      </p:nvGrpSpPr>
      <p:grpSpPr>
        <a:xfrm>
          <a:off x="0" y="0"/>
          <a:ext cx="0" cy="0"/>
          <a:chOff x="0" y="0"/>
          <a:chExt cx="0" cy="0"/>
        </a:xfrm>
      </p:grpSpPr>
      <p:pic>
        <p:nvPicPr>
          <p:cNvPr id="10" name="Picture 9" descr="A close up of a colorful object&#10;&#10;AI-generated content may be incorrect.">
            <a:extLst>
              <a:ext uri="{FF2B5EF4-FFF2-40B4-BE49-F238E27FC236}">
                <a16:creationId xmlns:a16="http://schemas.microsoft.com/office/drawing/2014/main" id="{056372A1-E778-B10F-98CF-995841167A8A}"/>
              </a:ext>
            </a:extLst>
          </p:cNvPr>
          <p:cNvPicPr>
            <a:picLocks noChangeAspect="1"/>
          </p:cNvPicPr>
          <p:nvPr userDrawn="1"/>
        </p:nvPicPr>
        <p:blipFill>
          <a:blip r:embed="rId2">
            <a:extLst>
              <a:ext uri="{28A0092B-C50C-407E-A947-70E740481C1C}">
                <a14:useLocalDpi xmlns:a14="http://schemas.microsoft.com/office/drawing/2010/main" val="0"/>
              </a:ext>
            </a:extLst>
          </a:blip>
          <a:srcRect l="8084" t="9400" r="1623" b="307"/>
          <a:stretch>
            <a:fillRect/>
          </a:stretch>
        </p:blipFill>
        <p:spPr>
          <a:xfrm>
            <a:off x="0" y="875"/>
            <a:ext cx="12192000" cy="6857125"/>
          </a:xfrm>
          <a:prstGeom prst="rect">
            <a:avLst/>
          </a:prstGeom>
        </p:spPr>
      </p:pic>
      <p:sp>
        <p:nvSpPr>
          <p:cNvPr id="8" name="Title 7">
            <a:extLst>
              <a:ext uri="{FF2B5EF4-FFF2-40B4-BE49-F238E27FC236}">
                <a16:creationId xmlns:a16="http://schemas.microsoft.com/office/drawing/2014/main" id="{7D2650CC-89A0-A174-E856-05805DBC0CDB}"/>
              </a:ext>
            </a:extLst>
          </p:cNvPr>
          <p:cNvSpPr>
            <a:spLocks noGrp="1"/>
          </p:cNvSpPr>
          <p:nvPr>
            <p:ph type="title"/>
          </p:nvPr>
        </p:nvSpPr>
        <p:spPr>
          <a:xfrm>
            <a:off x="420792" y="356684"/>
            <a:ext cx="6346974" cy="2667527"/>
          </a:xfrm>
        </p:spPr>
        <p:txBody>
          <a:bodyPr/>
          <a:lstStyle>
            <a:lvl1pPr>
              <a:defRPr sz="5400">
                <a:solidFill>
                  <a:schemeClr val="tx1"/>
                </a:solidFill>
              </a:defRPr>
            </a:lvl1pPr>
          </a:lstStyle>
          <a:p>
            <a:r>
              <a:rPr lang="en-US"/>
              <a:t>Click to edit Master title style</a:t>
            </a:r>
          </a:p>
        </p:txBody>
      </p:sp>
      <p:sp>
        <p:nvSpPr>
          <p:cNvPr id="11" name="Subtitle 2">
            <a:extLst>
              <a:ext uri="{FF2B5EF4-FFF2-40B4-BE49-F238E27FC236}">
                <a16:creationId xmlns:a16="http://schemas.microsoft.com/office/drawing/2014/main" id="{1E66F2C5-A94C-40FD-0A7D-A7D695991E66}"/>
              </a:ext>
            </a:extLst>
          </p:cNvPr>
          <p:cNvSpPr>
            <a:spLocks noGrp="1"/>
          </p:cNvSpPr>
          <p:nvPr>
            <p:ph type="subTitle" idx="1"/>
          </p:nvPr>
        </p:nvSpPr>
        <p:spPr>
          <a:xfrm>
            <a:off x="433414" y="5266344"/>
            <a:ext cx="3291920" cy="982055"/>
          </a:xfrm>
        </p:spPr>
        <p:txBody>
          <a:bodyPr vert="horz" lIns="91440" tIns="45720" rIns="91440" bIns="45720" rtlCol="0" anchor="b">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22117"/>
            <a:ext cx="2504049"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22117"/>
            <a:ext cx="1146383" cy="338328"/>
          </a:xfrm>
        </p:spPr>
        <p:txBody>
          <a:bodyPr/>
          <a:lstStyle>
            <a:lvl1pPr>
              <a:defRPr>
                <a:solidFill>
                  <a:schemeClr val="tx1"/>
                </a:solidFill>
              </a:defRPr>
            </a:lvl1pPr>
          </a:lstStyle>
          <a:p>
            <a:fld id="{679FB602-DB7A-4B0E-854D-FB51F38BB0AA}"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496879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5">
    <p:spTree>
      <p:nvGrpSpPr>
        <p:cNvPr id="1" name=""/>
        <p:cNvGrpSpPr/>
        <p:nvPr/>
      </p:nvGrpSpPr>
      <p:grpSpPr>
        <a:xfrm>
          <a:off x="0" y="0"/>
          <a:ext cx="0" cy="0"/>
          <a:chOff x="0" y="0"/>
          <a:chExt cx="0" cy="0"/>
        </a:xfrm>
      </p:grpSpPr>
      <p:pic>
        <p:nvPicPr>
          <p:cNvPr id="10" name="Picture 9" descr="A red and purple light&#10;&#10;AI-generated content may be incorrect.">
            <a:extLst>
              <a:ext uri="{FF2B5EF4-FFF2-40B4-BE49-F238E27FC236}">
                <a16:creationId xmlns:a16="http://schemas.microsoft.com/office/drawing/2014/main" id="{34DC879D-8888-CA20-363B-ADD601ABDB14}"/>
              </a:ext>
            </a:extLst>
          </p:cNvPr>
          <p:cNvPicPr>
            <a:picLocks noChangeAspect="1"/>
          </p:cNvPicPr>
          <p:nvPr userDrawn="1"/>
        </p:nvPicPr>
        <p:blipFill>
          <a:blip r:embed="rId2">
            <a:extLst>
              <a:ext uri="{28A0092B-C50C-407E-A947-70E740481C1C}">
                <a14:useLocalDpi xmlns:a14="http://schemas.microsoft.com/office/drawing/2010/main" val="0"/>
              </a:ext>
            </a:extLst>
          </a:blip>
          <a:srcRect l="389" t="34949" r="912"/>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3491" y="2122471"/>
            <a:ext cx="7348909" cy="1672640"/>
          </a:xfrm>
        </p:spPr>
        <p:txBody>
          <a:bodyPr vert="horz" lIns="91440" tIns="45720" rIns="91440" bIns="45720" rtlCol="0" anchor="t">
            <a:normAutofit/>
          </a:bodyPr>
          <a:lstStyle>
            <a:lvl1pPr>
              <a:defRPr lang="en-US" sz="54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16399" y="2122470"/>
            <a:ext cx="2052235" cy="1672640"/>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22284" y="233990"/>
            <a:ext cx="257868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01100" y="216573"/>
            <a:ext cx="1562100" cy="338328"/>
          </a:xfrm>
        </p:spPr>
        <p:txBody>
          <a:bodyPr/>
          <a:lstStyle>
            <a:lvl1pPr>
              <a:defRPr>
                <a:solidFill>
                  <a:schemeClr val="tx1"/>
                </a:solidFill>
              </a:defRPr>
            </a:lvl1pPr>
          </a:lstStyle>
          <a:p>
            <a:fld id="{9192309C-B050-4356-96E7-0276C1563BD7}"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648160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6">
    <p:spTree>
      <p:nvGrpSpPr>
        <p:cNvPr id="1" name=""/>
        <p:cNvGrpSpPr/>
        <p:nvPr/>
      </p:nvGrpSpPr>
      <p:grpSpPr>
        <a:xfrm>
          <a:off x="0" y="0"/>
          <a:ext cx="0" cy="0"/>
          <a:chOff x="0" y="0"/>
          <a:chExt cx="0" cy="0"/>
        </a:xfrm>
      </p:grpSpPr>
      <p:pic>
        <p:nvPicPr>
          <p:cNvPr id="9" name="Picture 8" descr="A black circle in a purple and orange color&#10;&#10;AI-generated content may be incorrect.">
            <a:extLst>
              <a:ext uri="{FF2B5EF4-FFF2-40B4-BE49-F238E27FC236}">
                <a16:creationId xmlns:a16="http://schemas.microsoft.com/office/drawing/2014/main" id="{86116429-CFD9-2016-C240-A97B232DE426}"/>
              </a:ext>
            </a:extLst>
          </p:cNvPr>
          <p:cNvPicPr>
            <a:picLocks noChangeAspect="1"/>
          </p:cNvPicPr>
          <p:nvPr userDrawn="1"/>
        </p:nvPicPr>
        <p:blipFill>
          <a:blip r:embed="rId2">
            <a:extLst>
              <a:ext uri="{28A0092B-C50C-407E-A947-70E740481C1C}">
                <a14:useLocalDpi xmlns:a14="http://schemas.microsoft.com/office/drawing/2010/main" val="0"/>
              </a:ext>
            </a:extLst>
          </a:blip>
          <a:srcRect l="17111" t="2700" r="25757" b="19631"/>
          <a:stretch>
            <a:fillRect/>
          </a:stretch>
        </p:blipFill>
        <p:spPr>
          <a:xfrm rot="10800000" flipH="1">
            <a:off x="0" y="-1713"/>
            <a:ext cx="12205716"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66693" y="2705100"/>
            <a:ext cx="11562393" cy="4152900"/>
          </a:xfrm>
        </p:spPr>
        <p:txBody>
          <a:bodyPr vert="horz" lIns="91440" tIns="45720" rIns="91440" bIns="45720" rtlCol="0" anchor="b">
            <a:normAutofit/>
          </a:bodyPr>
          <a:lstStyle>
            <a:lvl1pPr>
              <a:defRPr lang="en-US" sz="11500"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53135" y="564350"/>
            <a:ext cx="3645744" cy="905862"/>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9462" y="197680"/>
            <a:ext cx="2561771"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706100" y="209088"/>
            <a:ext cx="1022986" cy="338328"/>
          </a:xfrm>
        </p:spPr>
        <p:txBody>
          <a:bodyPr/>
          <a:lstStyle>
            <a:lvl1pPr>
              <a:defRPr>
                <a:solidFill>
                  <a:schemeClr val="tx1"/>
                </a:solidFill>
              </a:defRPr>
            </a:lvl1pPr>
          </a:lstStyle>
          <a:p>
            <a:fld id="{EFFF4B2E-F868-48E9-9355-A1AA601AAA8B}"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770533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F6AD7145-734D-256B-1335-1014B6A328FF}"/>
              </a:ext>
            </a:extLst>
          </p:cNvPr>
          <p:cNvSpPr>
            <a:spLocks noGrp="1"/>
          </p:cNvSpPr>
          <p:nvPr>
            <p:ph type="title"/>
          </p:nvPr>
        </p:nvSpPr>
        <p:spPr>
          <a:xfrm>
            <a:off x="0" y="0"/>
            <a:ext cx="12188952" cy="3429000"/>
          </a:xfrm>
          <a:gradFill>
            <a:gsLst>
              <a:gs pos="55000">
                <a:srgbClr val="000000">
                  <a:alpha val="53000"/>
                </a:srgbClr>
              </a:gs>
              <a:gs pos="87000">
                <a:srgbClr val="000000">
                  <a:alpha val="63922"/>
                </a:srgbClr>
              </a:gs>
              <a:gs pos="23000">
                <a:srgbClr val="000000">
                  <a:alpha val="0"/>
                </a:srgbClr>
              </a:gs>
            </a:gsLst>
            <a:lin ang="15900000" scaled="0"/>
          </a:gradFill>
        </p:spPr>
        <p:txBody>
          <a:bodyPr lIns="457200" tIns="685800" rIns="5029200" bIns="0"/>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5C312AD0-A2D2-0388-F1F0-E17A9F78932E}"/>
              </a:ext>
            </a:extLst>
          </p:cNvPr>
          <p:cNvSpPr>
            <a:spLocks noGrp="1"/>
          </p:cNvSpPr>
          <p:nvPr>
            <p:ph type="subTitle" idx="1"/>
          </p:nvPr>
        </p:nvSpPr>
        <p:spPr>
          <a:xfrm>
            <a:off x="8324192" y="-1"/>
            <a:ext cx="3740652" cy="3050627"/>
          </a:xfrm>
        </p:spPr>
        <p:txBody>
          <a:bodyPr vert="horz" lIns="594360" tIns="685800" rIns="320040" bIns="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10065" y="219456"/>
            <a:ext cx="1905000" cy="365760"/>
          </a:xfrm>
        </p:spPr>
        <p:txBody>
          <a:bodyPr/>
          <a:lstStyle>
            <a:lvl1pPr>
              <a:defRPr>
                <a:solidFill>
                  <a:schemeClr val="tx1"/>
                </a:solidFill>
              </a:defRPr>
            </a:lvl1pPr>
          </a:lstStyle>
          <a:p>
            <a:fld id="{21560963-1EEA-4BDE-8FF9-3FEE13B5D43C}" type="datetime1">
              <a:rPr lang="en-US" smtClean="0"/>
              <a:pPr/>
              <a:t>4/21/2026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288609" y="215988"/>
            <a:ext cx="555948" cy="337198"/>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503844018"/>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5" name="Title 4">
            <a:extLst>
              <a:ext uri="{FF2B5EF4-FFF2-40B4-BE49-F238E27FC236}">
                <a16:creationId xmlns:a16="http://schemas.microsoft.com/office/drawing/2014/main" id="{AEDC0447-22FD-BF05-BC68-3FDEDEDFC540}"/>
              </a:ext>
            </a:extLst>
          </p:cNvPr>
          <p:cNvSpPr>
            <a:spLocks noGrp="1"/>
          </p:cNvSpPr>
          <p:nvPr>
            <p:ph type="title"/>
          </p:nvPr>
        </p:nvSpPr>
        <p:spPr>
          <a:xfrm>
            <a:off x="1" y="0"/>
            <a:ext cx="5323784" cy="6858000"/>
          </a:xfrm>
          <a:gradFill>
            <a:gsLst>
              <a:gs pos="41000">
                <a:srgbClr val="000000">
                  <a:alpha val="46000"/>
                </a:srgbClr>
              </a:gs>
              <a:gs pos="71000">
                <a:srgbClr val="000000">
                  <a:alpha val="58000"/>
                </a:srgbClr>
              </a:gs>
              <a:gs pos="100000">
                <a:srgbClr val="000000">
                  <a:alpha val="61000"/>
                </a:srgbClr>
              </a:gs>
              <a:gs pos="10000">
                <a:srgbClr val="000000">
                  <a:alpha val="0"/>
                </a:srgbClr>
              </a:gs>
            </a:gsLst>
            <a:lin ang="10800000" scaled="0"/>
          </a:gradFill>
        </p:spPr>
        <p:txBody>
          <a:bodyPr lIns="457200" tIns="1371600" rIns="822960" bIns="914400" anchor="b"/>
          <a:lstStyle>
            <a:lvl1pPr>
              <a:defRPr sz="40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3A1999F2-A538-F369-DF48-BB68DFFF8D80}"/>
              </a:ext>
            </a:extLst>
          </p:cNvPr>
          <p:cNvSpPr>
            <a:spLocks noGrp="1"/>
          </p:cNvSpPr>
          <p:nvPr>
            <p:ph type="subTitle" idx="1"/>
          </p:nvPr>
        </p:nvSpPr>
        <p:spPr>
          <a:xfrm>
            <a:off x="419099" y="6032498"/>
            <a:ext cx="4419599" cy="579757"/>
          </a:xfrm>
        </p:spPr>
        <p:txBody>
          <a:bodyPr vert="horz" lIns="91440" tIns="0" rIns="91440" bIns="0" rtlCol="0" anchor="t">
            <a:normAutofit/>
          </a:bodyPr>
          <a:lstStyle>
            <a:lvl1pPr marL="0" indent="0">
              <a:lnSpc>
                <a:spcPct val="120000"/>
              </a:lnSpc>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19100" y="220344"/>
            <a:ext cx="2552700"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01100" y="213072"/>
            <a:ext cx="1905000" cy="365760"/>
          </a:xfrm>
        </p:spPr>
        <p:txBody>
          <a:bodyPr/>
          <a:lstStyle>
            <a:lvl1pPr>
              <a:defRPr>
                <a:solidFill>
                  <a:schemeClr val="tx1"/>
                </a:solidFill>
              </a:defRPr>
            </a:lvl1pPr>
          </a:lstStyle>
          <a:p>
            <a:fld id="{21560963-1EEA-4BDE-8FF9-3FEE13B5D43C}" type="datetime1">
              <a:rPr lang="en-US" smtClean="0"/>
              <a:pPr/>
              <a:t>4/21/2026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5988"/>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293635653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21560963-1EEA-4BDE-8FF9-3FEE13B5D43C}" type="datetime1">
              <a:rPr lang="en-US" smtClean="0"/>
              <a:pPr/>
              <a:t>4/21/2026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5E0677F5-4A8A-4BF1-96BE-3BAE8FBAFE2E}" type="slidenum">
              <a:rPr lang="en-US" smtClean="0"/>
              <a:pPr/>
              <a:t>‹#›</a:t>
            </a:fld>
            <a:endParaRPr lang="en-US"/>
          </a:p>
        </p:txBody>
      </p:sp>
    </p:spTree>
    <p:extLst>
      <p:ext uri="{BB962C8B-B14F-4D97-AF65-F5344CB8AC3E}">
        <p14:creationId xmlns:p14="http://schemas.microsoft.com/office/powerpoint/2010/main" val="396478349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4643" y="1114447"/>
            <a:ext cx="5442757" cy="2921525"/>
          </a:xfrm>
        </p:spPr>
        <p:txBody>
          <a:bodyPr vert="horz" lIns="91440" tIns="45720" rIns="91440" bIns="45720" rtlCol="0" anchor="t">
            <a:normAutofit/>
          </a:bodyPr>
          <a:lstStyle>
            <a:lvl1pPr>
              <a:defRPr lang="en-US" sz="6000"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5468" y="4993008"/>
            <a:ext cx="3972704" cy="1247994"/>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2605" y="215057"/>
            <a:ext cx="2703777"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775989" y="215057"/>
            <a:ext cx="1537060" cy="338328"/>
          </a:xfrm>
        </p:spPr>
        <p:txBody>
          <a:bodyPr/>
          <a:lstStyle>
            <a:lvl1pPr>
              <a:defRPr>
                <a:solidFill>
                  <a:schemeClr val="tx2"/>
                </a:solidFill>
                <a:effectLst/>
              </a:defRPr>
            </a:lvl1pPr>
          </a:lstStyle>
          <a:p>
            <a:fld id="{28EA85A9-CA9F-4339-89EF-28F09ED3FE86}"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01909" y="215057"/>
            <a:ext cx="540412"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7" name="Picture Placeholder 6">
            <a:extLst>
              <a:ext uri="{FF2B5EF4-FFF2-40B4-BE49-F238E27FC236}">
                <a16:creationId xmlns:a16="http://schemas.microsoft.com/office/drawing/2014/main" id="{28C1F583-2497-2836-36DF-2076DFFFBA5A}"/>
              </a:ext>
            </a:extLst>
          </p:cNvPr>
          <p:cNvSpPr>
            <a:spLocks noGrp="1"/>
          </p:cNvSpPr>
          <p:nvPr>
            <p:ph type="pic" sz="quarter" idx="13" hasCustomPrompt="1"/>
          </p:nvPr>
        </p:nvSpPr>
        <p:spPr>
          <a:xfrm>
            <a:off x="7783830" y="1181100"/>
            <a:ext cx="4408170" cy="5701208"/>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73444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812872" y="1115568"/>
            <a:ext cx="2960028" cy="3684766"/>
          </a:xfrm>
        </p:spPr>
        <p:txBody>
          <a:bodyPr vert="horz" lIns="91440" tIns="45720" rIns="91440" bIns="45720" rtlCol="0" anchor="t">
            <a:normAutofit/>
          </a:bodyPr>
          <a:lstStyle>
            <a:lvl1pPr>
              <a:defRPr lang="en-US" sz="3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804423" y="5004262"/>
            <a:ext cx="2968477" cy="1244138"/>
          </a:xfrm>
        </p:spPr>
        <p:txBody>
          <a:bodyPr vert="horz" lIns="91440" tIns="45720" rIns="91440" bIns="45720" rtlCol="0" anchor="b">
            <a:normAutofit/>
          </a:bodyPr>
          <a:lstStyle>
            <a:lvl1pPr marL="0" indent="0">
              <a:buNone/>
              <a:defRPr lang="en-US" sz="140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19100" y="219456"/>
            <a:ext cx="2597858"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12872" y="219456"/>
            <a:ext cx="1550328" cy="338328"/>
          </a:xfrm>
        </p:spPr>
        <p:txBody>
          <a:bodyPr/>
          <a:lstStyle>
            <a:lvl1pPr>
              <a:defRPr>
                <a:solidFill>
                  <a:schemeClr val="tx2"/>
                </a:solidFill>
                <a:effectLst/>
              </a:defRPr>
            </a:lvl1pPr>
          </a:lstStyle>
          <a:p>
            <a:fld id="{2D904F51-6E72-42BA-AFA1-975939F2ADF3}"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13129" y="219456"/>
            <a:ext cx="539588" cy="338328"/>
          </a:xfrm>
        </p:spPr>
        <p:txBody>
          <a:bodyPr/>
          <a:lstStyle>
            <a:lvl1pPr>
              <a:defRPr>
                <a:solidFill>
                  <a:schemeClr val="tx2"/>
                </a:solidFill>
              </a:defRPr>
            </a:lvl1pPr>
          </a:lstStyle>
          <a:p>
            <a:fld id="{8E274F5D-21DC-40EF-8DBA-AB9BB119E939}" type="slidenum">
              <a:rPr lang="en-US" smtClean="0"/>
              <a:pPr/>
              <a:t>‹#›</a:t>
            </a:fld>
            <a:endParaRPr lang="en-US"/>
          </a:p>
        </p:txBody>
      </p:sp>
      <p:sp>
        <p:nvSpPr>
          <p:cNvPr id="8" name="Picture Placeholder 7">
            <a:extLst>
              <a:ext uri="{FF2B5EF4-FFF2-40B4-BE49-F238E27FC236}">
                <a16:creationId xmlns:a16="http://schemas.microsoft.com/office/drawing/2014/main" id="{284B0817-C121-ACE0-AD00-44CE39241777}"/>
              </a:ext>
            </a:extLst>
          </p:cNvPr>
          <p:cNvSpPr>
            <a:spLocks noGrp="1"/>
          </p:cNvSpPr>
          <p:nvPr>
            <p:ph type="pic" sz="quarter" idx="13" hasCustomPrompt="1"/>
          </p:nvPr>
        </p:nvSpPr>
        <p:spPr>
          <a:xfrm>
            <a:off x="1" y="1181099"/>
            <a:ext cx="8367452" cy="5685213"/>
          </a:xfrm>
          <a:custGeom>
            <a:avLst/>
            <a:gdLst>
              <a:gd name="connsiteX0" fmla="*/ 0 w 6769976"/>
              <a:gd name="connsiteY0" fmla="*/ 0 h 5895164"/>
              <a:gd name="connsiteX1" fmla="*/ 6769976 w 6769976"/>
              <a:gd name="connsiteY1" fmla="*/ 0 h 5895164"/>
              <a:gd name="connsiteX2" fmla="*/ 6769976 w 6769976"/>
              <a:gd name="connsiteY2" fmla="*/ 5895164 h 5895164"/>
              <a:gd name="connsiteX3" fmla="*/ 0 w 6769976"/>
              <a:gd name="connsiteY3" fmla="*/ 5895164 h 5895164"/>
            </a:gdLst>
            <a:ahLst/>
            <a:cxnLst>
              <a:cxn ang="0">
                <a:pos x="connsiteX0" y="connsiteY0"/>
              </a:cxn>
              <a:cxn ang="0">
                <a:pos x="connsiteX1" y="connsiteY1"/>
              </a:cxn>
              <a:cxn ang="0">
                <a:pos x="connsiteX2" y="connsiteY2"/>
              </a:cxn>
              <a:cxn ang="0">
                <a:pos x="connsiteX3" y="connsiteY3"/>
              </a:cxn>
            </a:cxnLst>
            <a:rect l="l" t="t" r="r" b="b"/>
            <a:pathLst>
              <a:path w="6769976" h="5895164">
                <a:moveTo>
                  <a:pt x="0" y="0"/>
                </a:moveTo>
                <a:lnTo>
                  <a:pt x="6769976" y="0"/>
                </a:lnTo>
                <a:lnTo>
                  <a:pt x="6769976" y="5895164"/>
                </a:lnTo>
                <a:lnTo>
                  <a:pt x="0" y="5895164"/>
                </a:ln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524251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76903" y="4822407"/>
            <a:ext cx="6925432" cy="1351342"/>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235224" y="4822406"/>
            <a:ext cx="2724238" cy="1351342"/>
          </a:xfrm>
        </p:spPr>
        <p:txBody>
          <a:bodyPr vert="horz" lIns="91440" tIns="45720" rIns="91440" bIns="45720" rtlCol="0" anchor="t">
            <a:normAutofit/>
          </a:bodyPr>
          <a:lstStyle>
            <a:lvl1pPr marL="0" indent="0">
              <a:buNone/>
              <a:defRPr lang="en-US" sz="1400" dirty="0">
                <a:solidFill>
                  <a:schemeClr val="tx2"/>
                </a:solidFill>
              </a:defRPr>
            </a:lvl1pPr>
          </a:lstStyle>
          <a:p>
            <a:pPr lvl="0"/>
            <a:r>
              <a:rPr lang="en-US"/>
              <a:t>Click to edit Master subtitle style</a:t>
            </a:r>
          </a:p>
        </p:txBody>
      </p:sp>
      <p:sp>
        <p:nvSpPr>
          <p:cNvPr id="7" name="Picture Placeholder 6">
            <a:extLst>
              <a:ext uri="{FF2B5EF4-FFF2-40B4-BE49-F238E27FC236}">
                <a16:creationId xmlns:a16="http://schemas.microsoft.com/office/drawing/2014/main" id="{978C40B5-A026-132B-C915-2335F94E4A5C}"/>
              </a:ext>
            </a:extLst>
          </p:cNvPr>
          <p:cNvSpPr>
            <a:spLocks noGrp="1"/>
          </p:cNvSpPr>
          <p:nvPr>
            <p:ph type="pic" sz="quarter" idx="13" hasCustomPrompt="1"/>
          </p:nvPr>
        </p:nvSpPr>
        <p:spPr>
          <a:xfrm>
            <a:off x="1866900" y="0"/>
            <a:ext cx="10325100" cy="4653649"/>
          </a:xfrm>
          <a:blipFill>
            <a:blip r:embed="rId2">
              <a:alphaModFix amt="65000"/>
            </a:blip>
            <a:stretch>
              <a:fillRect/>
            </a:stretch>
          </a:blipFill>
        </p:spPr>
        <p:txBody>
          <a:bodyPr/>
          <a:lstStyle>
            <a:lvl1pPr>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76903" y="6447496"/>
            <a:ext cx="2140360" cy="338328"/>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224" y="6451888"/>
            <a:ext cx="1581238" cy="338328"/>
          </a:xfrm>
        </p:spPr>
        <p:txBody>
          <a:bodyPr/>
          <a:lstStyle>
            <a:lvl1pPr algn="l">
              <a:defRPr>
                <a:solidFill>
                  <a:schemeClr val="tx2"/>
                </a:solidFill>
                <a:effectLst/>
              </a:defRPr>
            </a:lvl1pPr>
          </a:lstStyle>
          <a:p>
            <a:fld id="{096358FC-80A5-41A4-8D07-88F12E18DF82}" type="datetime1">
              <a:rPr lang="en-US" smtClean="0"/>
              <a:pPr/>
              <a:t>4/21/2026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480357" y="6451888"/>
            <a:ext cx="457200" cy="338328"/>
          </a:xfrm>
        </p:spPr>
        <p:txBody>
          <a:bodyPr/>
          <a:lstStyle>
            <a:lvl1pPr>
              <a:defRPr>
                <a:solidFill>
                  <a:schemeClr val="tx2"/>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1017300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71006E0F-42A5-451E-8A36-26756F7C34E0}" type="datetime1">
              <a:rPr lang="en-US" smtClean="0"/>
              <a:pPr/>
              <a:t>4/21/2026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40202656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pic>
        <p:nvPicPr>
          <p:cNvPr id="7" name="Picture 6" descr="A close up of a pink and purple light&#10;&#10;AI-generated content may be incorrect.">
            <a:extLst>
              <a:ext uri="{FF2B5EF4-FFF2-40B4-BE49-F238E27FC236}">
                <a16:creationId xmlns:a16="http://schemas.microsoft.com/office/drawing/2014/main" id="{B984133B-2ACD-DC2E-DD48-CC86F40637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6416" y="219456"/>
            <a:ext cx="1494156" cy="338328"/>
          </a:xfrm>
        </p:spPr>
        <p:txBody>
          <a:bodyPr/>
          <a:lstStyle>
            <a:lvl1pPr>
              <a:defRPr>
                <a:solidFill>
                  <a:schemeClr val="tx1"/>
                </a:solidFill>
              </a:defRPr>
            </a:lvl1pPr>
          </a:lstStyle>
          <a:p>
            <a:fld id="{71006E0F-42A5-451E-8A36-26756F7C34E0}" type="datetime1">
              <a:rPr lang="en-US" smtClean="0"/>
              <a:pPr/>
              <a:t>4/21/2026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8483028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a:solidFill>
                <a:schemeClr val="tx1"/>
              </a:solidFill>
            </a:endParaRP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22922ABD-C052-4D3A-818B-C58AFC20B321}" type="datetime1">
              <a:rPr lang="en-US" smtClean="0"/>
              <a:pPr/>
              <a:t>4/21/2026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6089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8AD56A61-7CC3-3597-02EB-CC5DE117DB59}"/>
              </a:ext>
            </a:extLst>
          </p:cNvPr>
          <p:cNvPicPr>
            <a:picLocks noChangeAspect="1"/>
          </p:cNvPicPr>
          <p:nvPr userDrawn="1"/>
        </p:nvPicPr>
        <p:blipFill>
          <a:blip r:embed="rId2">
            <a:extLst>
              <a:ext uri="{28A0092B-C50C-407E-A947-70E740481C1C}">
                <a14:useLocalDpi xmlns:a14="http://schemas.microsoft.com/office/drawing/2010/main" val="0"/>
              </a:ext>
            </a:extLst>
          </a:blip>
          <a:srcRect l="25858" t="8959" r="915" b="25228"/>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7" y="915709"/>
            <a:ext cx="11404534" cy="1604654"/>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2922ABD-C052-4D3A-818B-C58AFC20B321}" type="datetime1">
              <a:rPr lang="en-US" smtClean="0"/>
              <a:pPr/>
              <a:t>4/21/2026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72400" y="2705100"/>
            <a:ext cx="4000500" cy="3682028"/>
          </a:xfrm>
        </p:spPr>
        <p:txBody>
          <a:bodyPr vert="horz" lIns="91440" tIns="45720" rIns="91440" bIns="45720" rtlCol="0" anchor="b">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1998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userDrawn="1"/>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348FC9B1-6F61-4A8F-9F5E-715654075A93}" type="datetime1">
              <a:rPr lang="en-US" smtClean="0"/>
              <a:pPr/>
              <a:t>4/21/2026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3434190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pic>
        <p:nvPicPr>
          <p:cNvPr id="3" name="Picture 2" descr="A close up of a colorful object&#10;&#10;AI-generated content may be incorrect.">
            <a:extLst>
              <a:ext uri="{FF2B5EF4-FFF2-40B4-BE49-F238E27FC236}">
                <a16:creationId xmlns:a16="http://schemas.microsoft.com/office/drawing/2014/main" id="{BA44554C-C893-3987-6CAA-1AE3D3275AC2}"/>
              </a:ext>
            </a:extLst>
          </p:cNvPr>
          <p:cNvPicPr>
            <a:picLocks noChangeAspect="1"/>
          </p:cNvPicPr>
          <p:nvPr userDrawn="1"/>
        </p:nvPicPr>
        <p:blipFill>
          <a:blip r:embed="rId2">
            <a:extLst>
              <a:ext uri="{28A0092B-C50C-407E-A947-70E740481C1C}">
                <a14:useLocalDpi xmlns:a14="http://schemas.microsoft.com/office/drawing/2010/main" val="0"/>
              </a:ext>
            </a:extLst>
          </a:blip>
          <a:srcRect l="34188" r="1" b="13701"/>
          <a:stretch>
            <a:fillRect/>
          </a:stretch>
        </p:blipFill>
        <p:spPr>
          <a:xfrm rot="5400000" flipV="1">
            <a:off x="2667000" y="-2667000"/>
            <a:ext cx="6858000" cy="12192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762539"/>
            <a:ext cx="3987207" cy="2073091"/>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1993" y="214858"/>
            <a:ext cx="1522740" cy="338328"/>
          </a:xfrm>
        </p:spPr>
        <p:txBody>
          <a:bodyPr/>
          <a:lstStyle>
            <a:lvl1pPr>
              <a:defRPr>
                <a:solidFill>
                  <a:schemeClr val="tx1"/>
                </a:solidFill>
              </a:defRPr>
            </a:lvl1pPr>
          </a:lstStyle>
          <a:p>
            <a:fld id="{2C034B68-E20D-4A56-8B99-0EF3081FA97A}"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4851993" y="1762539"/>
            <a:ext cx="3482340" cy="2073091"/>
          </a:xfrm>
        </p:spPr>
        <p:txBody>
          <a:bodyPr vert="horz" lIns="91440" tIns="45720" rIns="91440" bIns="45720" rtlCol="0">
            <a:normAutofit/>
          </a:bodyPr>
          <a:lstStyle>
            <a:lvl1pPr marL="0" indent="0">
              <a:buNone/>
              <a:defRPr lang="en-US" dirty="0">
                <a:solidFill>
                  <a:schemeClr val="tx1"/>
                </a:solidFill>
              </a:defRPr>
            </a:lvl1pPr>
            <a:lvl2pPr marL="228600" indent="0">
              <a:buNone/>
              <a:defRPr lang="en-US" dirty="0">
                <a:solidFill>
                  <a:schemeClr val="tx1"/>
                </a:solidFill>
              </a:defRPr>
            </a:lvl2pPr>
            <a:lvl3pPr marL="457200" indent="0">
              <a:buNone/>
              <a:defRPr lang="en-US" dirty="0">
                <a:solidFill>
                  <a:schemeClr val="tx1"/>
                </a:solidFill>
              </a:defRPr>
            </a:lvl3pPr>
            <a:lvl4pPr marL="685800" indent="0">
              <a:buNone/>
              <a:defRPr lang="en-US" dirty="0">
                <a:solidFill>
                  <a:schemeClr val="tx1"/>
                </a:solidFill>
              </a:defRPr>
            </a:lvl4pPr>
            <a:lvl5pPr marL="914400" indent="0">
              <a:buNone/>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03825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pic>
        <p:nvPicPr>
          <p:cNvPr id="7" name="Picture 6" descr="A close up of a colorful object&#10;&#10;AI-generated content may be incorrect.">
            <a:extLst>
              <a:ext uri="{FF2B5EF4-FFF2-40B4-BE49-F238E27FC236}">
                <a16:creationId xmlns:a16="http://schemas.microsoft.com/office/drawing/2014/main" id="{B193FB30-082C-50CD-EEC9-7D410FFB62CF}"/>
              </a:ext>
            </a:extLst>
          </p:cNvPr>
          <p:cNvPicPr>
            <a:picLocks noChangeAspect="1"/>
          </p:cNvPicPr>
          <p:nvPr userDrawn="1"/>
        </p:nvPicPr>
        <p:blipFill>
          <a:blip r:embed="rId2">
            <a:extLst>
              <a:ext uri="{28A0092B-C50C-407E-A947-70E740481C1C}">
                <a14:useLocalDpi xmlns:a14="http://schemas.microsoft.com/office/drawing/2010/main" val="0"/>
              </a:ext>
            </a:extLst>
          </a:blip>
          <a:srcRect l="-38257" t="5088" r="86" b="21926"/>
          <a:stretch>
            <a:fillRect/>
          </a:stretch>
        </p:blipFill>
        <p:spPr>
          <a:xfrm flipH="1">
            <a:off x="0" y="0"/>
            <a:ext cx="12192000" cy="6855178"/>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404380" y="1276990"/>
            <a:ext cx="5385079"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412904" y="214858"/>
            <a:ext cx="2514600" cy="338328"/>
          </a:xfrm>
        </p:spPr>
        <p:txBody>
          <a:bodyPr/>
          <a:lstStyle>
            <a:lvl1pPr>
              <a:defRPr>
                <a:solidFill>
                  <a:schemeClr val="tx1"/>
                </a:solidFill>
              </a:defRPr>
            </a:lvl1pPr>
          </a:lstStyle>
          <a:p>
            <a:fld id="{44BE14B8-5058-4271-B378-2217DE83796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412904" y="2471736"/>
            <a:ext cx="5385079" cy="349312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74026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userDrawn="1"/>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44BE14B8-5058-4271-B378-2217DE83796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0282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A9C84165-A857-83C5-C6BE-C4EB68C90637}"/>
              </a:ext>
            </a:extLst>
          </p:cNvPr>
          <p:cNvPicPr>
            <a:picLocks noChangeAspect="1"/>
          </p:cNvPicPr>
          <p:nvPr userDrawn="1"/>
        </p:nvPicPr>
        <p:blipFill>
          <a:blip r:embed="rId2">
            <a:extLst>
              <a:ext uri="{28A0092B-C50C-407E-A947-70E740481C1C}">
                <a14:useLocalDpi xmlns:a14="http://schemas.microsoft.com/office/drawing/2010/main" val="0"/>
              </a:ext>
            </a:extLst>
          </a:blip>
          <a:srcRect t="29759"/>
          <a:stretch>
            <a:fillRect/>
          </a:stretch>
        </p:blipFill>
        <p:spPr>
          <a:xfrm flipH="1">
            <a:off x="0" y="2040834"/>
            <a:ext cx="12192000" cy="4817165"/>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47800" y="1946412"/>
            <a:ext cx="2971800" cy="3192118"/>
          </a:xfrm>
        </p:spPr>
        <p:txBody>
          <a:bodyPr anchor="t">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38700" y="214858"/>
            <a:ext cx="2452852" cy="338328"/>
          </a:xfrm>
        </p:spPr>
        <p:txBody>
          <a:bodyPr/>
          <a:lstStyle>
            <a:lvl1pPr>
              <a:defRPr>
                <a:solidFill>
                  <a:schemeClr val="tx1"/>
                </a:solidFill>
              </a:defRPr>
            </a:lvl1pPr>
          </a:lstStyle>
          <a:p>
            <a:fld id="{28C06331-6E41-42DD-926E-C670E485C891}"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82980" y="214858"/>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838700" y="1946413"/>
            <a:ext cx="5189220" cy="3192118"/>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04199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6">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06CB2F34-49A1-4C07-91D5-90BE967306D3}"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59953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8" y="1828800"/>
            <a:ext cx="8496302" cy="1010093"/>
          </a:xfrm>
        </p:spPr>
        <p:txBody>
          <a:bodyPr anchor="b">
            <a:normAutofit/>
          </a:bodyPr>
          <a:lstStyle>
            <a:lvl1pPr>
              <a:defRPr sz="3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30B0CD9-4253-4E22-9BCD-0DF67297DF8E}"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866900" y="3168292"/>
            <a:ext cx="8496300" cy="2625406"/>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99557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366716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857677" y="214858"/>
            <a:ext cx="1522740" cy="338328"/>
          </a:xfrm>
        </p:spPr>
        <p:txBody>
          <a:bodyPr/>
          <a:lstStyle/>
          <a:p>
            <a:fld id="{81C379B3-3585-4FAF-BD63-57B9BB47E12C}" type="datetime1">
              <a:rPr lang="en-US" smtClean="0"/>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57677" y="1126457"/>
            <a:ext cx="584842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60266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1126457"/>
            <a:ext cx="2920407" cy="288928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4055522" y="214858"/>
            <a:ext cx="1811877" cy="338328"/>
          </a:xfrm>
        </p:spPr>
        <p:txBody>
          <a:bodyPr/>
          <a:lstStyle/>
          <a:p>
            <a:fld id="{81C379B3-3585-4FAF-BD63-57B9BB47E12C}" type="datetime1">
              <a:rPr lang="en-US" smtClean="0"/>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1258"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055523" y="1126457"/>
            <a:ext cx="7503203" cy="51219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25211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14EE7FE5-A250-423F-B9E1-3EE5D07A8055}"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0154412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15467"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15467" y="215823"/>
            <a:ext cx="1899259" cy="338328"/>
          </a:xfrm>
        </p:spPr>
        <p:txBody>
          <a:bodyPr/>
          <a:lstStyle>
            <a:lvl1pPr>
              <a:defRPr>
                <a:solidFill>
                  <a:schemeClr val="tx1"/>
                </a:solidFill>
                <a:effectLst/>
              </a:defRPr>
            </a:lvl1pPr>
          </a:lstStyle>
          <a:p>
            <a:fld id="{14EE7FE5-A250-423F-B9E1-3EE5D07A8055}"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6650" y="215823"/>
            <a:ext cx="538545" cy="338328"/>
          </a:xfrm>
        </p:spPr>
        <p:txBody>
          <a:body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1" y="1181100"/>
            <a:ext cx="8356833"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15467" y="3646713"/>
            <a:ext cx="2505264" cy="2728687"/>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151215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48B2456C-66BE-435E-8059-3A9CD55F29F9}"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6458430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r>
              <a:rPr lang="en-US"/>
              <a:t>Sample Footer Text</a:t>
            </a:r>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17409D93-5111-4952-AC4F-FA1AE909A4B8}"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45727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777906" y="1115568"/>
            <a:ext cx="3608254" cy="138958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47915"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7905" y="219456"/>
            <a:ext cx="1586711" cy="338328"/>
          </a:xfrm>
        </p:spPr>
        <p:txBody>
          <a:bodyPr/>
          <a:lstStyle>
            <a:lvl1pPr>
              <a:defRPr>
                <a:solidFill>
                  <a:schemeClr val="tx1"/>
                </a:solidFill>
                <a:effectLst/>
              </a:defRPr>
            </a:lvl1pPr>
          </a:lstStyle>
          <a:p>
            <a:fld id="{990D2F5B-FA0B-4BE5-A43F-B1BC737359C6}"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A63D2D48-CE58-FD80-93F7-B87C97B90403}"/>
              </a:ext>
            </a:extLst>
          </p:cNvPr>
          <p:cNvSpPr>
            <a:spLocks noGrp="1"/>
          </p:cNvSpPr>
          <p:nvPr>
            <p:ph type="pic" sz="quarter" idx="15" hasCustomPrompt="1"/>
          </p:nvPr>
        </p:nvSpPr>
        <p:spPr>
          <a:xfrm>
            <a:off x="0" y="1181100"/>
            <a:ext cx="7336219"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777904" y="2705100"/>
            <a:ext cx="3608255" cy="3733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3180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A43E10B2-AFF3-4A4A-BC83-5BB137C878CB}"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46700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099" y="1115568"/>
            <a:ext cx="4643555" cy="160020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478874"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67399" y="208604"/>
            <a:ext cx="2450799" cy="338328"/>
          </a:xfrm>
        </p:spPr>
        <p:txBody>
          <a:bodyPr/>
          <a:lstStyle>
            <a:lvl1pPr>
              <a:defRPr>
                <a:solidFill>
                  <a:schemeClr val="tx1"/>
                </a:solidFill>
                <a:effectLst/>
              </a:defRPr>
            </a:lvl1pPr>
          </a:lstStyle>
          <a:p>
            <a:fld id="{03D817FD-3A47-446D-9853-4CD5CA57130C}"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5964766" y="1181100"/>
            <a:ext cx="5352086" cy="2615648"/>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867398" y="4055164"/>
            <a:ext cx="5449453" cy="2193236"/>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17065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C1935215-257D-4F50-AF56-70E3294947FA}"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74438461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2B0E3CDF-6E7C-4C67-B567-8606B07963A0}"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97837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3" y="1106780"/>
            <a:ext cx="8286147"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3449057" y="4159154"/>
            <a:ext cx="8742943" cy="2698845"/>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1489308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1" y="1115568"/>
            <a:ext cx="2514599" cy="2463733"/>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05546"/>
            <a:ext cx="2514600"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64832" y="208604"/>
            <a:ext cx="1473867" cy="338328"/>
          </a:xfrm>
        </p:spPr>
        <p:txBody>
          <a:bodyPr/>
          <a:lstStyle>
            <a:lvl1pPr>
              <a:defRPr>
                <a:solidFill>
                  <a:schemeClr val="tx1"/>
                </a:solidFill>
                <a:effectLst/>
              </a:defRPr>
            </a:lvl1pPr>
          </a:lstStyle>
          <a:p>
            <a:fld id="{D3E423F1-C154-447D-8038-21B94CB501EB}"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364834" y="1106780"/>
            <a:ext cx="8408066" cy="2463733"/>
          </a:xfr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2A4BFBD2-FAF6-BBCA-8426-AB0631D8CFC3}"/>
              </a:ext>
            </a:extLst>
          </p:cNvPr>
          <p:cNvSpPr>
            <a:spLocks noGrp="1"/>
          </p:cNvSpPr>
          <p:nvPr>
            <p:ph type="pic" sz="quarter" idx="15" hasCustomPrompt="1"/>
          </p:nvPr>
        </p:nvSpPr>
        <p:spPr>
          <a:xfrm>
            <a:off x="1" y="4159154"/>
            <a:ext cx="12192000" cy="26988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41204568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5060FE60-4389-4D8B-84BB-900FC000024C}"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1036717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1602" y="1115568"/>
            <a:ext cx="6931698" cy="1002834"/>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4154" y="216914"/>
            <a:ext cx="2703777"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884825" y="216914"/>
            <a:ext cx="2338650" cy="338328"/>
          </a:xfrm>
        </p:spPr>
        <p:txBody>
          <a:bodyPr/>
          <a:lstStyle/>
          <a:p>
            <a:fld id="{CDFDD458-C945-484A-9891-FE9FDA97486D}"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010" y="216914"/>
            <a:ext cx="557090" cy="338328"/>
          </a:xfrm>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21601" y="2133600"/>
            <a:ext cx="6931699" cy="4305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66075FF6-E149-1A82-B924-97E715A8DF4E}"/>
              </a:ext>
            </a:extLst>
          </p:cNvPr>
          <p:cNvSpPr>
            <a:spLocks noGrp="1"/>
          </p:cNvSpPr>
          <p:nvPr>
            <p:ph type="pic" sz="quarter" idx="15" hasCustomPrompt="1"/>
          </p:nvPr>
        </p:nvSpPr>
        <p:spPr>
          <a:xfrm>
            <a:off x="7982262" y="1184555"/>
            <a:ext cx="4209738" cy="5673445"/>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4191259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3496809" cy="30707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562100" cy="338328"/>
          </a:xfrm>
        </p:spPr>
        <p:txBody>
          <a:bodyPr/>
          <a:lstStyle/>
          <a:p>
            <a:fld id="{94725937-D428-4BAE-A05C-202DA13E49D5}"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8E274F5D-21DC-40EF-8DBA-AB9BB119E939}" type="slidenum">
              <a:rPr lang="en-US" smtClean="0"/>
              <a:t>‹#›</a:t>
            </a:fld>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4429695" y="1193656"/>
            <a:ext cx="3962400" cy="5664344"/>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823960" y="1122776"/>
            <a:ext cx="2717800" cy="53161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07007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1115568"/>
            <a:ext cx="2515758" cy="29464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lvl1pPr>
              <a:defRPr>
                <a:solidFill>
                  <a:schemeClr val="tx1"/>
                </a:solidFill>
                <a:effectLst/>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772399" y="214858"/>
            <a:ext cx="1718441" cy="338328"/>
          </a:xfrm>
        </p:spPr>
        <p:txBody>
          <a:bodyPr/>
          <a:lstStyle/>
          <a:p>
            <a:fld id="{709FB1D6-B85F-447E-8712-A80ECD75AAB1}"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1696" y="214858"/>
            <a:ext cx="538520" cy="338328"/>
          </a:xfrm>
        </p:spPr>
        <p:txBody>
          <a:bodyPr/>
          <a:lstStyle>
            <a:lvl1pPr>
              <a:defRPr>
                <a:solidFill>
                  <a:schemeClr val="tx1"/>
                </a:solidFill>
                <a:effectLst/>
              </a:defRPr>
            </a:lvl1p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798" y="1104900"/>
            <a:ext cx="3756213" cy="51435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FAC86244-A1E7-A69F-206A-B47C58B746B0}"/>
              </a:ext>
            </a:extLst>
          </p:cNvPr>
          <p:cNvSpPr>
            <a:spLocks noGrp="1"/>
          </p:cNvSpPr>
          <p:nvPr>
            <p:ph type="pic" sz="quarter" idx="15" hasCustomPrompt="1"/>
          </p:nvPr>
        </p:nvSpPr>
        <p:spPr>
          <a:xfrm>
            <a:off x="7843347" y="1181100"/>
            <a:ext cx="4348653" cy="5676899"/>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2846575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86709B22-BFE8-4BFE-80D5-4133DC0C2AC6}"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8E274F5D-21DC-40EF-8DBA-AB9BB119E939}" type="slidenum">
              <a:rPr lang="en-US" smtClean="0"/>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34952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BFCE55E5-7E1C-4243-A685-91A6EB8BE97F}" type="datetime1">
              <a:rPr lang="en-US" smtClean="0"/>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8E274F5D-21DC-40EF-8DBA-AB9BB119E939}" type="slidenum">
              <a:rPr lang="en-US" smtClean="0"/>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3260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userDrawn="1"/>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15AFD96D-C3CB-4F44-8CE3-582861660F11}" type="datetime1">
              <a:rPr lang="en-US" smtClean="0"/>
              <a:pPr/>
              <a:t>4/21/2026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33013594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586A49A-95E2-7B45-57DD-762AFFF194F3}"/>
              </a:ext>
            </a:extLst>
          </p:cNvPr>
          <p:cNvPicPr>
            <a:picLocks noChangeAspect="1"/>
          </p:cNvPicPr>
          <p:nvPr userDrawn="1"/>
        </p:nvPicPr>
        <p:blipFill>
          <a:blip r:embed="rId2">
            <a:extLst>
              <a:ext uri="{28A0092B-C50C-407E-A947-70E740481C1C}">
                <a14:useLocalDpi xmlns:a14="http://schemas.microsoft.com/office/drawing/2010/main" val="0"/>
              </a:ext>
            </a:extLst>
          </a:blip>
          <a:srcRect l="5172" t="-1" r="2873" b="7130"/>
          <a:stretch>
            <a:fillRect/>
          </a:stretch>
        </p:blipFill>
        <p:spPr>
          <a:xfrm rot="10800000" flipH="1" flipV="1">
            <a:off x="0" y="-1"/>
            <a:ext cx="12192000" cy="6855178"/>
          </a:xfrm>
          <a:prstGeom prst="rect">
            <a:avLst/>
          </a:prstGeom>
        </p:spPr>
      </p:pic>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432393" y="5144654"/>
            <a:ext cx="5435008" cy="1294246"/>
          </a:xfrm>
        </p:spPr>
        <p:txBody>
          <a:bodyPr vert="horz" lIns="91440" tIns="45720" rIns="91440" bIns="45720" rtlCol="0" anchor="b">
            <a:normAutofit/>
          </a:bodyPr>
          <a:lstStyle>
            <a:lvl1pPr>
              <a:lnSpc>
                <a:spcPct val="100000"/>
              </a:lnSpc>
              <a:defRPr lang="en-US" sz="2000" spc="-50" baseline="0" dirty="0">
                <a:solidFill>
                  <a:schemeClr val="tx1"/>
                </a:solidFill>
              </a:defRPr>
            </a:lvl1pPr>
          </a:lstStyle>
          <a:p>
            <a:pPr lvl="0"/>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1"/>
                </a:solidFill>
              </a:defRPr>
            </a:lvl1pPr>
          </a:lstStyle>
          <a:p>
            <a:fld id="{C860BA8B-5FF3-49A6-9895-94F61A8CE576}" type="datetime1">
              <a:rPr lang="en-US" smtClean="0"/>
              <a:pPr/>
              <a:t>4/21/2026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0" name="Content Placeholder 9">
            <a:extLst>
              <a:ext uri="{FF2B5EF4-FFF2-40B4-BE49-F238E27FC236}">
                <a16:creationId xmlns:a16="http://schemas.microsoft.com/office/drawing/2014/main" id="{53AAB847-04D8-7C24-A07E-65F280B26D5E}"/>
              </a:ext>
            </a:extLst>
          </p:cNvPr>
          <p:cNvSpPr>
            <a:spLocks noGrp="1"/>
          </p:cNvSpPr>
          <p:nvPr>
            <p:ph sz="quarter" idx="14" hasCustomPrompt="1"/>
          </p:nvPr>
        </p:nvSpPr>
        <p:spPr>
          <a:xfrm>
            <a:off x="344488" y="552450"/>
            <a:ext cx="11498262" cy="3937000"/>
          </a:xfrm>
        </p:spPr>
        <p:txBody>
          <a:bodyPr anchor="b"/>
          <a:lstStyle>
            <a:lvl1pPr>
              <a:defRPr sz="27500"/>
            </a:lvl1pPr>
          </a:lstStyle>
          <a:p>
            <a:pPr lvl="0"/>
            <a:r>
              <a:rPr lang="en-US"/>
              <a:t>##%</a:t>
            </a:r>
          </a:p>
        </p:txBody>
      </p:sp>
    </p:spTree>
    <p:extLst>
      <p:ext uri="{BB962C8B-B14F-4D97-AF65-F5344CB8AC3E}">
        <p14:creationId xmlns:p14="http://schemas.microsoft.com/office/powerpoint/2010/main" val="2335110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pic>
        <p:nvPicPr>
          <p:cNvPr id="6" name="Picture 5" descr="A purple and black background&#10;&#10;AI-generated content may be incorrect.">
            <a:extLst>
              <a:ext uri="{FF2B5EF4-FFF2-40B4-BE49-F238E27FC236}">
                <a16:creationId xmlns:a16="http://schemas.microsoft.com/office/drawing/2014/main" id="{C39E5039-4CEB-24E7-A2E7-F7D46B2D8B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898"/>
            <a:ext cx="12223173" cy="6881646"/>
          </a:xfrm>
          <a:prstGeom prst="rect">
            <a:avLst/>
          </a:prstGeom>
        </p:spPr>
      </p:pic>
      <p:sp>
        <p:nvSpPr>
          <p:cNvPr id="9" name="Title 8">
            <a:extLst>
              <a:ext uri="{FF2B5EF4-FFF2-40B4-BE49-F238E27FC236}">
                <a16:creationId xmlns:a16="http://schemas.microsoft.com/office/drawing/2014/main" id="{E50697A7-9277-BB02-6AE2-42676133D65C}"/>
              </a:ext>
            </a:extLst>
          </p:cNvPr>
          <p:cNvSpPr>
            <a:spLocks noGrp="1"/>
          </p:cNvSpPr>
          <p:nvPr>
            <p:ph type="title"/>
          </p:nvPr>
        </p:nvSpPr>
        <p:spPr>
          <a:xfrm>
            <a:off x="7772400" y="802640"/>
            <a:ext cx="4000500" cy="1137920"/>
          </a:xfrm>
        </p:spPr>
        <p:txBody>
          <a:bodyPr/>
          <a:lstStyle>
            <a:lvl1pPr>
              <a:defRPr sz="2400" spc="-5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14858"/>
            <a:ext cx="1485900" cy="338328"/>
          </a:xfrm>
        </p:spPr>
        <p:txBody>
          <a:bodyPr/>
          <a:lstStyle>
            <a:lvl1pPr>
              <a:defRPr>
                <a:solidFill>
                  <a:schemeClr val="tx1"/>
                </a:solidFill>
              </a:defRPr>
            </a:lvl1pPr>
          </a:lstStyle>
          <a:p>
            <a:fld id="{21DDFA7E-E414-422B-ACFF-8C3D6A1A67FB}" type="datetime1">
              <a:rPr lang="en-US" smtClean="0"/>
              <a:pPr/>
              <a:t>4/21/2026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2C871739-B2C5-FF57-BBD7-3F61A35A3F34}"/>
              </a:ext>
            </a:extLst>
          </p:cNvPr>
          <p:cNvSpPr>
            <a:spLocks noGrp="1"/>
          </p:cNvSpPr>
          <p:nvPr>
            <p:ph sz="quarter" idx="14" hasCustomPrompt="1"/>
          </p:nvPr>
        </p:nvSpPr>
        <p:spPr>
          <a:xfrm>
            <a:off x="358775" y="2684463"/>
            <a:ext cx="11414125" cy="4411662"/>
          </a:xfrm>
        </p:spPr>
        <p:txBody>
          <a:bodyPr lIns="0" tIns="0" rIns="0" bIns="0" anchor="b"/>
          <a:lstStyle>
            <a:lvl1pPr>
              <a:lnSpc>
                <a:spcPct val="85000"/>
              </a:lnSpc>
              <a:defRPr sz="30500" spc="-100" baseline="0">
                <a:solidFill>
                  <a:schemeClr val="tx1"/>
                </a:solidFill>
              </a:defRPr>
            </a:lvl1pPr>
          </a:lstStyle>
          <a:p>
            <a:pPr lvl="0"/>
            <a:r>
              <a:rPr lang="en-US"/>
              <a:t>##%</a:t>
            </a:r>
          </a:p>
        </p:txBody>
      </p:sp>
    </p:spTree>
    <p:extLst>
      <p:ext uri="{BB962C8B-B14F-4D97-AF65-F5344CB8AC3E}">
        <p14:creationId xmlns:p14="http://schemas.microsoft.com/office/powerpoint/2010/main" val="25289346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userDrawn="1"/>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69644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pic>
        <p:nvPicPr>
          <p:cNvPr id="8" name="Picture 7" descr="A red and purple light&#10;&#10;AI-generated content may be incorrect.">
            <a:extLst>
              <a:ext uri="{FF2B5EF4-FFF2-40B4-BE49-F238E27FC236}">
                <a16:creationId xmlns:a16="http://schemas.microsoft.com/office/drawing/2014/main" id="{2424DF04-0206-4859-9FB9-6A2579527E12}"/>
              </a:ext>
            </a:extLst>
          </p:cNvPr>
          <p:cNvPicPr>
            <a:picLocks noChangeAspect="1"/>
          </p:cNvPicPr>
          <p:nvPr userDrawn="1"/>
        </p:nvPicPr>
        <p:blipFill>
          <a:blip r:embed="rId2">
            <a:extLst>
              <a:ext uri="{28A0092B-C50C-407E-A947-70E740481C1C}">
                <a14:useLocalDpi xmlns:a14="http://schemas.microsoft.com/office/drawing/2010/main" val="0"/>
              </a:ext>
            </a:extLst>
          </a:blip>
          <a:srcRect l="2078" t="38163" r="27927" b="1091"/>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352800" y="219456"/>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220200" y="219456"/>
            <a:ext cx="1522740" cy="338328"/>
          </a:xfrm>
        </p:spPr>
        <p:txBody>
          <a:bodyPr/>
          <a:lstStyle>
            <a:lvl1pPr>
              <a:defRPr>
                <a:solidFill>
                  <a:schemeClr val="tx1"/>
                </a:solidFill>
              </a:defRPr>
            </a:lvl1pPr>
          </a:lstStyle>
          <a:p>
            <a:fld id="{3DB68620-47AE-4F32-A04B-1342501F877C}"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352800" y="1405719"/>
            <a:ext cx="7353300" cy="4012442"/>
          </a:xfrm>
        </p:spPr>
        <p:txBody>
          <a:bodyPr anchor="t">
            <a:normAutofit/>
          </a:bodyPr>
          <a:lstStyle>
            <a:lvl1pPr marL="0" indent="0">
              <a:lnSpc>
                <a:spcPct val="85000"/>
              </a:lnSpc>
              <a:buNone/>
              <a:defRPr sz="5400" b="0" spc="-50" baseline="0">
                <a:solidFill>
                  <a:schemeClr val="tx1"/>
                </a:solidFill>
              </a:defRPr>
            </a:lvl1pPr>
            <a:lvl2pPr marL="228600" indent="0">
              <a:lnSpc>
                <a:spcPct val="85000"/>
              </a:lnSpc>
              <a:buNone/>
              <a:defRPr sz="4800" b="0" spc="-50" baseline="0">
                <a:solidFill>
                  <a:schemeClr val="tx1"/>
                </a:solidFill>
              </a:defRPr>
            </a:lvl2pPr>
            <a:lvl3pPr marL="457200" indent="0">
              <a:lnSpc>
                <a:spcPct val="85000"/>
              </a:lnSpc>
              <a:buNone/>
              <a:defRPr sz="44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6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68272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06D2715B-CAEE-9AAB-7191-D98012435C15}"/>
              </a:ext>
            </a:extLst>
          </p:cNvPr>
          <p:cNvPicPr>
            <a:picLocks noChangeAspect="1"/>
          </p:cNvPicPr>
          <p:nvPr userDrawn="1"/>
        </p:nvPicPr>
        <p:blipFill>
          <a:blip r:embed="rId2">
            <a:extLst>
              <a:ext uri="{28A0092B-C50C-407E-A947-70E740481C1C}">
                <a14:useLocalDpi xmlns:a14="http://schemas.microsoft.com/office/drawing/2010/main" val="0"/>
              </a:ext>
            </a:extLst>
          </a:blip>
          <a:srcRect l="1125" r="1125" b="21235"/>
          <a:stretch>
            <a:fillRect/>
          </a:stretch>
        </p:blipFill>
        <p:spPr>
          <a:xfrm rot="10800000">
            <a:off x="0" y="875"/>
            <a:ext cx="12192000" cy="6857125"/>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838700"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0A8EBD6-625B-484B-BC25-3573CF53D407}"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838700" y="1740023"/>
            <a:ext cx="6310269" cy="4637725"/>
          </a:xfrm>
        </p:spPr>
        <p:txBody>
          <a:bodyPr anchor="b">
            <a:normAutofit/>
          </a:bodyPr>
          <a:lstStyle>
            <a:lvl1pPr marL="0" indent="0">
              <a:lnSpc>
                <a:spcPct val="85000"/>
              </a:lnSpc>
              <a:buNone/>
              <a:defRPr sz="4800" b="0" spc="-50" baseline="0">
                <a:solidFill>
                  <a:schemeClr val="tx1"/>
                </a:solidFill>
              </a:defRPr>
            </a:lvl1pPr>
            <a:lvl2pPr marL="228600" indent="0">
              <a:lnSpc>
                <a:spcPct val="85000"/>
              </a:lnSpc>
              <a:buNone/>
              <a:defRPr sz="4000" b="0" spc="-50" baseline="0">
                <a:solidFill>
                  <a:schemeClr val="tx1"/>
                </a:solidFill>
              </a:defRPr>
            </a:lvl2pPr>
            <a:lvl3pPr marL="457200" indent="0">
              <a:lnSpc>
                <a:spcPct val="85000"/>
              </a:lnSpc>
              <a:buNone/>
              <a:defRPr sz="3200" b="0" spc="-50" baseline="0">
                <a:solidFill>
                  <a:schemeClr val="tx1"/>
                </a:solidFill>
              </a:defRPr>
            </a:lvl3pPr>
            <a:lvl4pPr marL="685800" indent="0">
              <a:lnSpc>
                <a:spcPct val="85000"/>
              </a:lnSpc>
              <a:buNone/>
              <a:defRPr sz="2800" b="0" spc="-50" baseline="0">
                <a:solidFill>
                  <a:schemeClr val="tx1"/>
                </a:solidFill>
              </a:defRPr>
            </a:lvl4pPr>
            <a:lvl5pPr marL="914400" indent="0">
              <a:lnSpc>
                <a:spcPct val="85000"/>
              </a:lnSpc>
              <a:buNone/>
              <a:defRPr sz="24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77148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93332489-DC9C-40A3-89C4-AFC56B3B0CAB}" type="datetime1">
              <a:rPr lang="en-US" smtClean="0"/>
              <a:pPr/>
              <a:t>4/21/2026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133600"/>
            <a:ext cx="9393641" cy="4305299"/>
          </a:xfrm>
        </p:spPr>
        <p:txBody>
          <a:bodyPr anchor="b">
            <a:normAutofit/>
          </a:bodyPr>
          <a:lstStyle>
            <a:lvl1pPr marL="0" indent="0">
              <a:lnSpc>
                <a:spcPct val="85000"/>
              </a:lnSpc>
              <a:buNone/>
              <a:defRPr sz="7200" b="0" spc="-50" baseline="0">
                <a:solidFill>
                  <a:schemeClr val="tx1"/>
                </a:solidFill>
              </a:defRPr>
            </a:lvl1pPr>
            <a:lvl2pPr marL="228600" indent="0">
              <a:lnSpc>
                <a:spcPct val="85000"/>
              </a:lnSpc>
              <a:buNone/>
              <a:defRPr sz="5400" b="0" spc="-50" baseline="0">
                <a:solidFill>
                  <a:schemeClr val="tx1"/>
                </a:solidFill>
              </a:defRPr>
            </a:lvl2pPr>
            <a:lvl3pPr marL="457200" indent="0">
              <a:lnSpc>
                <a:spcPct val="85000"/>
              </a:lnSpc>
              <a:buNone/>
              <a:defRPr sz="4800" b="0" spc="-50" baseline="0">
                <a:solidFill>
                  <a:schemeClr val="tx1"/>
                </a:solidFill>
              </a:defRPr>
            </a:lvl3pPr>
            <a:lvl4pPr marL="685800" indent="0">
              <a:lnSpc>
                <a:spcPct val="85000"/>
              </a:lnSpc>
              <a:buNone/>
              <a:defRPr sz="4400" b="0" spc="-50" baseline="0">
                <a:solidFill>
                  <a:schemeClr val="tx1"/>
                </a:solidFill>
              </a:defRPr>
            </a:lvl4pPr>
            <a:lvl5pPr marL="914400" indent="0">
              <a:lnSpc>
                <a:spcPct val="85000"/>
              </a:lnSpc>
              <a:buNone/>
              <a:defRPr sz="40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18691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userDrawn="1"/>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403F4C9-1C82-4616-8D26-0B0587291200}"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7316628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pic>
        <p:nvPicPr>
          <p:cNvPr id="10" name="Picture 9" descr="A black background with a red and yellow light&#10;&#10;AI-generated content may be incorrect.">
            <a:extLst>
              <a:ext uri="{FF2B5EF4-FFF2-40B4-BE49-F238E27FC236}">
                <a16:creationId xmlns:a16="http://schemas.microsoft.com/office/drawing/2014/main" id="{027268CA-0348-F6FC-5FB0-87BADE436A7E}"/>
              </a:ext>
            </a:extLst>
          </p:cNvPr>
          <p:cNvPicPr>
            <a:picLocks noChangeAspect="1"/>
          </p:cNvPicPr>
          <p:nvPr userDrawn="1"/>
        </p:nvPicPr>
        <p:blipFill>
          <a:blip r:embed="rId2">
            <a:extLst>
              <a:ext uri="{28A0092B-C50C-407E-A947-70E740481C1C}">
                <a14:useLocalDpi xmlns:a14="http://schemas.microsoft.com/office/drawing/2010/main" val="0"/>
              </a:ext>
            </a:extLst>
          </a:blip>
          <a:srcRect l="4682" r="20481"/>
          <a:stretch>
            <a:fillRect/>
          </a:stretch>
        </p:blipFill>
        <p:spPr>
          <a:xfrm rot="5400000" flipH="1">
            <a:off x="2667001" y="-2667001"/>
            <a:ext cx="6858000" cy="12192001"/>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32392" y="5226427"/>
            <a:ext cx="8382001" cy="837861"/>
          </a:xfrm>
        </p:spPr>
        <p:txBody>
          <a:bodyPr anchor="t">
            <a:normAutofit/>
          </a:bodyPr>
          <a:lstStyle>
            <a:lvl1pPr>
              <a:lnSpc>
                <a:spcPct val="90000"/>
              </a:lnSpc>
              <a:defRPr sz="1400" b="0" cap="all" spc="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6DCC6FE3-E805-41B1-96EC-B0B83218C881}"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32392" y="2017401"/>
            <a:ext cx="8368707" cy="2981163"/>
          </a:xfrm>
        </p:spPr>
        <p:txBody>
          <a:bodyPr anchor="t">
            <a:normAutofit/>
          </a:bodyPr>
          <a:lstStyle>
            <a:lvl1pPr marL="164592" indent="-164592">
              <a:lnSpc>
                <a:spcPct val="90000"/>
              </a:lnSpc>
              <a:spcBef>
                <a:spcPts val="0"/>
              </a:spcBef>
              <a:buFont typeface="Arial" panose="020B0604020202020204" pitchFamily="34" charset="0"/>
              <a:buNone/>
              <a:defRPr sz="46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5496350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pic>
        <p:nvPicPr>
          <p:cNvPr id="9" name="Picture 8" descr="A colorful light on a black background&#10;&#10;AI-generated content may be incorrect.">
            <a:extLst>
              <a:ext uri="{FF2B5EF4-FFF2-40B4-BE49-F238E27FC236}">
                <a16:creationId xmlns:a16="http://schemas.microsoft.com/office/drawing/2014/main" id="{F0687863-E84B-D6E2-6049-AF65BB1972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0" y="1115568"/>
            <a:ext cx="12192000" cy="5742432"/>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453982" y="5029200"/>
            <a:ext cx="8347118" cy="713232"/>
          </a:xfrm>
        </p:spPr>
        <p:txBody>
          <a:bodyPr anchor="t">
            <a:normAutofit/>
          </a:bodyPr>
          <a:lstStyle>
            <a:lvl1pPr>
              <a:lnSpc>
                <a:spcPct val="90000"/>
              </a:lnSpc>
              <a:defRPr sz="1400" b="0" cap="all" spc="-5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5DBB5726-A743-47D1-86E4-46BB349D0446}"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53982" y="1115568"/>
            <a:ext cx="8347118"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82231602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Quote 4">
    <p:spTree>
      <p:nvGrpSpPr>
        <p:cNvPr id="1" name=""/>
        <p:cNvGrpSpPr/>
        <p:nvPr/>
      </p:nvGrpSpPr>
      <p:grpSpPr>
        <a:xfrm>
          <a:off x="0" y="0"/>
          <a:ext cx="0" cy="0"/>
          <a:chOff x="0" y="0"/>
          <a:chExt cx="0" cy="0"/>
        </a:xfrm>
      </p:grpSpPr>
      <p:pic>
        <p:nvPicPr>
          <p:cNvPr id="6" name="Picture 5" descr="A close up of a colorful object&#10;&#10;AI-generated content may be incorrect.">
            <a:extLst>
              <a:ext uri="{FF2B5EF4-FFF2-40B4-BE49-F238E27FC236}">
                <a16:creationId xmlns:a16="http://schemas.microsoft.com/office/drawing/2014/main" id="{52439AE8-E053-A902-BEE2-9CECF6AEA2F1}"/>
              </a:ext>
            </a:extLst>
          </p:cNvPr>
          <p:cNvPicPr>
            <a:picLocks noChangeAspect="1"/>
          </p:cNvPicPr>
          <p:nvPr userDrawn="1"/>
        </p:nvPicPr>
        <p:blipFill>
          <a:blip r:embed="rId2">
            <a:extLst>
              <a:ext uri="{28A0092B-C50C-407E-A947-70E740481C1C}">
                <a14:useLocalDpi xmlns:a14="http://schemas.microsoft.com/office/drawing/2010/main" val="0"/>
              </a:ext>
            </a:extLst>
          </a:blip>
          <a:srcRect l="-7769" t="8943" r="104" b="13677"/>
          <a:stretch>
            <a:fillRect/>
          </a:stretch>
        </p:blipFill>
        <p:spPr>
          <a:xfrm>
            <a:off x="0" y="0"/>
            <a:ext cx="12192000" cy="6857125"/>
          </a:xfrm>
          <a:prstGeom prst="rect">
            <a:avLst/>
          </a:prstGeom>
        </p:spPr>
      </p:pic>
      <p:sp>
        <p:nvSpPr>
          <p:cNvPr id="9" name="Title 8">
            <a:extLst>
              <a:ext uri="{FF2B5EF4-FFF2-40B4-BE49-F238E27FC236}">
                <a16:creationId xmlns:a16="http://schemas.microsoft.com/office/drawing/2014/main" id="{FDFF10A2-0E03-73DB-5224-98043612F7A3}"/>
              </a:ext>
            </a:extLst>
          </p:cNvPr>
          <p:cNvSpPr>
            <a:spLocks noGrp="1"/>
          </p:cNvSpPr>
          <p:nvPr>
            <p:ph type="title" hasCustomPrompt="1"/>
          </p:nvPr>
        </p:nvSpPr>
        <p:spPr>
          <a:xfrm>
            <a:off x="420791" y="5151120"/>
            <a:ext cx="5446609" cy="806517"/>
          </a:xfrm>
        </p:spPr>
        <p:txBody>
          <a:bodyPr anchor="ctr"/>
          <a:lstStyle>
            <a:lvl1pPr>
              <a:defRPr sz="140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a:xfrm>
            <a:off x="429768" y="214858"/>
            <a:ext cx="2726376" cy="338328"/>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F4F47579-571B-45A3-BDCA-E2964689F659}"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429768" y="1501541"/>
            <a:ext cx="7342632" cy="3397064"/>
          </a:xfrm>
        </p:spPr>
        <p:txBody>
          <a:bodyPr anchor="ctr">
            <a:normAutofit/>
          </a:bodyPr>
          <a:lstStyle>
            <a:lvl1pPr marL="164592" indent="-164592">
              <a:lnSpc>
                <a:spcPct val="95000"/>
              </a:lnSpc>
              <a:spcBef>
                <a:spcPts val="0"/>
              </a:spcBef>
              <a:buFont typeface="Arial" panose="020B0604020202020204" pitchFamily="34" charset="0"/>
              <a:buNone/>
              <a:defRPr sz="43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31341663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671787"/>
            <a:ext cx="7179129" cy="1028700"/>
          </a:xfrm>
        </p:spPr>
        <p:txBody>
          <a:bodyPr anchor="ctr">
            <a:normAutofit/>
          </a:bodyPr>
          <a:lstStyle>
            <a:lvl1pPr algn="ctr">
              <a:lnSpc>
                <a:spcPct val="12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926E2CA6-CB6A-465C-BAA7-384FD497485D}" type="datetime1">
              <a:rPr lang="en-US" smtClean="0"/>
              <a:pPr/>
              <a:t>4/21/2026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5" y="1623265"/>
            <a:ext cx="7179130" cy="3048522"/>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41514894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F38C42AE-61C6-458B-86C3-22D39A5E8956}" type="datetime1">
              <a:rPr lang="en-US" smtClean="0"/>
              <a:pPr/>
              <a:t>4/21/2026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073473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83D71BEE-9C65-4D84-970B-0B47E929926B}" type="datetime1">
              <a:rPr lang="en-US" smtClean="0"/>
              <a:pPr/>
              <a:t>4/21/2026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98971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9AFCF02-D35E-46A4-B7A1-1A2B81F8D932}" type="datetime1">
              <a:rPr lang="en-US" smtClean="0"/>
              <a:pPr/>
              <a:t>4/21/2026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00113484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2A57AF51-4D04-4E0C-B33D-81940CAB4B07}" type="datetime1">
              <a:rPr lang="en-US" smtClean="0"/>
              <a:pPr/>
              <a:t>4/21/2026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43767323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32393" y="1115568"/>
            <a:ext cx="3363393" cy="13716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4838700" y="214858"/>
            <a:ext cx="1485900" cy="338328"/>
          </a:xfrm>
        </p:spPr>
        <p:txBody>
          <a:bodyPr/>
          <a:lstStyle>
            <a:lvl1pPr>
              <a:defRPr>
                <a:solidFill>
                  <a:schemeClr val="tx1"/>
                </a:solidFill>
              </a:defRPr>
            </a:lvl1pPr>
          </a:lstStyle>
          <a:p>
            <a:fld id="{91495C13-5B9F-4AD1-A2E2-FB0B577AF6CA}" type="datetime1">
              <a:rPr lang="en-US" smtClean="0"/>
              <a:pPr/>
              <a:t>4/21/2026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32393" y="2563585"/>
            <a:ext cx="3363393" cy="3684815"/>
          </a:xfrm>
        </p:spPr>
        <p:txBody>
          <a:bodyPr anchor="b">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38700" y="1104900"/>
            <a:ext cx="6934200" cy="5201282"/>
          </a:xfrm>
        </p:spPr>
        <p:txBody>
          <a:bodyPr vert="horz" lIns="91440" tIns="45720" rIns="91440" bIns="45720" rtlCol="0">
            <a:normAutofit/>
          </a:bodyPr>
          <a:lstStyle>
            <a:lvl1pPr>
              <a:defRPr lang="en-US" sz="1400" dirty="0">
                <a:solidFill>
                  <a:schemeClr val="tx1"/>
                </a:solidFill>
              </a:defRPr>
            </a:lvl1pPr>
            <a:lvl2pPr>
              <a:defRPr lang="en-US" sz="1200" dirty="0">
                <a:solidFill>
                  <a:schemeClr val="tx1"/>
                </a:solidFill>
              </a:defRPr>
            </a:lvl2pPr>
            <a:lvl3pPr>
              <a:defRPr lang="en-US" sz="1200" dirty="0">
                <a:solidFill>
                  <a:schemeClr val="tx1"/>
                </a:solidFill>
              </a:defRPr>
            </a:lvl3pPr>
            <a:lvl4pPr>
              <a:defRPr lang="en-US" sz="1200" dirty="0">
                <a:solidFill>
                  <a:schemeClr val="tx1"/>
                </a:solidFill>
              </a:defRPr>
            </a:lvl4pPr>
            <a:lvl5pPr>
              <a:defRPr lang="en-US" sz="12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767456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1104901"/>
            <a:ext cx="2932434" cy="1600200"/>
          </a:xfrm>
        </p:spPr>
        <p:txBody>
          <a:bodyPr anchor="t">
            <a:normAutofit/>
          </a:bodyPr>
          <a:lstStyle>
            <a:lvl1pPr>
              <a:defRPr sz="30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29768" y="219456"/>
            <a:ext cx="2016929" cy="338328"/>
          </a:xfrm>
        </p:spPr>
        <p:txBody>
          <a:bodyPr/>
          <a:lstStyle>
            <a:lvl1pPr>
              <a:defRPr>
                <a:solidFill>
                  <a:schemeClr val="tx1"/>
                </a:solidFill>
              </a:defRPr>
            </a:lvl1p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4838700" y="219456"/>
            <a:ext cx="1429845" cy="338328"/>
          </a:xfrm>
        </p:spPr>
        <p:txBody>
          <a:bodyPr/>
          <a:lstStyle>
            <a:lvl1pPr>
              <a:defRPr>
                <a:solidFill>
                  <a:schemeClr val="tx1"/>
                </a:solidFill>
              </a:defRPr>
            </a:lvl1pPr>
          </a:lstStyle>
          <a:p>
            <a:fld id="{4D189146-EED2-4B95-95A3-EC3C7CBF180D}" type="datetime1">
              <a:rPr lang="en-US" smtClean="0"/>
              <a:pPr/>
              <a:t>4/21/2026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287593" y="216280"/>
            <a:ext cx="560633" cy="338328"/>
          </a:xfrm>
        </p:spPr>
        <p:txBody>
          <a:bodyPr/>
          <a:lstStyle>
            <a:lvl1pPr>
              <a:defRPr>
                <a:solidFill>
                  <a:schemeClr val="tx1"/>
                </a:solidFill>
              </a:defRPr>
            </a:lvl1pPr>
          </a:lstStyle>
          <a:p>
            <a:fld id="{8E274F5D-21DC-40EF-8DBA-AB9BB119E939}" type="slidenum">
              <a:rPr lang="en-US" smtClean="0"/>
              <a:pPr/>
              <a:t>‹#›</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866900" y="3345180"/>
            <a:ext cx="2620859" cy="3093720"/>
          </a:xfrm>
        </p:spPr>
        <p:txBody>
          <a:bodyPr anchor="b">
            <a:normAutofit/>
          </a:bodyPr>
          <a:lstStyle>
            <a:lvl1pPr marL="0" indent="0" algn="r">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3A723B90-4D46-48FC-60FC-714099462E4C}"/>
              </a:ext>
            </a:extLst>
          </p:cNvPr>
          <p:cNvSpPr>
            <a:spLocks noGrp="1"/>
          </p:cNvSpPr>
          <p:nvPr>
            <p:ph type="pic" idx="1" hasCustomPrompt="1"/>
          </p:nvPr>
        </p:nvSpPr>
        <p:spPr>
          <a:xfrm>
            <a:off x="4924129" y="1104900"/>
            <a:ext cx="7267870" cy="5753100"/>
          </a:xfrm>
          <a:custGeom>
            <a:avLst/>
            <a:gdLst>
              <a:gd name="connsiteX0" fmla="*/ 0 w 7353300"/>
              <a:gd name="connsiteY0" fmla="*/ 0 h 5901550"/>
              <a:gd name="connsiteX1" fmla="*/ 7353300 w 7353300"/>
              <a:gd name="connsiteY1" fmla="*/ 0 h 5901550"/>
              <a:gd name="connsiteX2" fmla="*/ 7353300 w 7353300"/>
              <a:gd name="connsiteY2" fmla="*/ 5901550 h 5901550"/>
              <a:gd name="connsiteX3" fmla="*/ 0 w 7353300"/>
              <a:gd name="connsiteY3" fmla="*/ 5901550 h 5901550"/>
            </a:gdLst>
            <a:ahLst/>
            <a:cxnLst>
              <a:cxn ang="0">
                <a:pos x="connsiteX0" y="connsiteY0"/>
              </a:cxn>
              <a:cxn ang="0">
                <a:pos x="connsiteX1" y="connsiteY1"/>
              </a:cxn>
              <a:cxn ang="0">
                <a:pos x="connsiteX2" y="connsiteY2"/>
              </a:cxn>
              <a:cxn ang="0">
                <a:pos x="connsiteX3" y="connsiteY3"/>
              </a:cxn>
            </a:cxnLst>
            <a:rect l="l" t="t" r="r" b="b"/>
            <a:pathLst>
              <a:path w="7353300" h="5901550">
                <a:moveTo>
                  <a:pt x="0" y="0"/>
                </a:moveTo>
                <a:lnTo>
                  <a:pt x="7353300" y="0"/>
                </a:lnTo>
                <a:lnTo>
                  <a:pt x="7353300" y="5901550"/>
                </a:lnTo>
                <a:lnTo>
                  <a:pt x="0" y="5901550"/>
                </a:lnTo>
                <a:close/>
              </a:path>
            </a:pathLst>
          </a:custGeom>
          <a:blipFill dpi="0" rotWithShape="1">
            <a:blip r:embed="rId2">
              <a:alphaModFix amt="60000"/>
            </a:blip>
            <a:srcRect/>
            <a:stretch>
              <a:fillRect/>
            </a:stretch>
          </a:blipFill>
        </p:spPr>
        <p:txBody>
          <a:bodyPr wrap="square">
            <a:noAutofit/>
          </a:bodyPr>
          <a:lstStyle>
            <a:lvl1pPr marL="0" indent="0">
              <a:buNone/>
              <a:defRPr sz="18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36413143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DABFCF2-BE01-43CB-85B3-49CC0FE55050}"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755551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userDrawn="1"/>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D119A0F5-9D15-4E68-95BA-31AD4F5D84D0}" type="datetime1">
              <a:rPr lang="en-US" smtClean="0"/>
              <a:pPr/>
              <a:t>4/21/2026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8E274F5D-21DC-40EF-8DBA-AB9BB119E939}"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6409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F288AF9F-2338-4040-A485-373B8EC8151E}" type="datetime1">
              <a:rPr lang="en-US" smtClean="0"/>
              <a:pPr/>
              <a:t>4/21/2026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8E274F5D-21DC-40EF-8DBA-AB9BB119E939}" type="slidenum">
              <a:rPr lang="en-US" smtClean="0"/>
              <a:pPr/>
              <a:t>‹#›</a:t>
            </a:fld>
            <a:endParaRPr lang="en-US"/>
          </a:p>
        </p:txBody>
      </p:sp>
    </p:spTree>
    <p:extLst>
      <p:ext uri="{BB962C8B-B14F-4D97-AF65-F5344CB8AC3E}">
        <p14:creationId xmlns:p14="http://schemas.microsoft.com/office/powerpoint/2010/main" val="21331506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userDrawn="1">
          <p15:clr>
            <a:srgbClr val="F26B43"/>
          </p15:clr>
        </p15:guide>
        <p15:guide id="4" orient="horz" pos="264" userDrawn="1">
          <p15:clr>
            <a:srgbClr val="F26B43"/>
          </p15:clr>
        </p15:guide>
        <p15:guide id="5" pos="7416" userDrawn="1">
          <p15:clr>
            <a:srgbClr val="F26B43"/>
          </p15:clr>
        </p15:guide>
        <p15:guide id="12" pos="4632" userDrawn="1">
          <p15:clr>
            <a:srgbClr val="F26B43"/>
          </p15:clr>
        </p15:guide>
        <p15:guide id="13" pos="5544" userDrawn="1">
          <p15:clr>
            <a:srgbClr val="F26B43"/>
          </p15:clr>
        </p15:guide>
        <p15:guide id="26" pos="2784" userDrawn="1">
          <p15:clr>
            <a:srgbClr val="F26B43"/>
          </p15:clr>
        </p15:guide>
        <p15:guide id="27" pos="3048" userDrawn="1">
          <p15:clr>
            <a:srgbClr val="F26B43"/>
          </p15:clr>
        </p15:guide>
        <p15:guide id="29" pos="3960" userDrawn="1">
          <p15:clr>
            <a:srgbClr val="F26B43"/>
          </p15:clr>
        </p15:guide>
        <p15:guide id="30" pos="1176" userDrawn="1">
          <p15:clr>
            <a:srgbClr val="F26B43"/>
          </p15:clr>
        </p15:guide>
        <p15:guide id="31" pos="912" userDrawn="1">
          <p15:clr>
            <a:srgbClr val="F26B43"/>
          </p15:clr>
        </p15:guide>
        <p15:guide id="32" pos="3696" userDrawn="1">
          <p15:clr>
            <a:srgbClr val="F26B43"/>
          </p15:clr>
        </p15:guide>
        <p15:guide id="33" pos="1848" userDrawn="1">
          <p15:clr>
            <a:srgbClr val="F26B43"/>
          </p15:clr>
        </p15:guide>
        <p15:guide id="34" pos="2112" userDrawn="1">
          <p15:clr>
            <a:srgbClr val="F26B43"/>
          </p15:clr>
        </p15:guide>
        <p15:guide id="36" pos="6528" userDrawn="1">
          <p15:clr>
            <a:srgbClr val="F26B43"/>
          </p15:clr>
        </p15:guide>
        <p15:guide id="37" pos="6744" userDrawn="1">
          <p15:clr>
            <a:srgbClr val="F26B43"/>
          </p15:clr>
        </p15:guide>
        <p15:guide id="42"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ED2A5-15DF-81B3-CB6E-77D92A8542B4}"/>
              </a:ext>
            </a:extLst>
          </p:cNvPr>
          <p:cNvSpPr>
            <a:spLocks noGrp="1"/>
          </p:cNvSpPr>
          <p:nvPr>
            <p:ph type="ctrTitle"/>
          </p:nvPr>
        </p:nvSpPr>
        <p:spPr>
          <a:xfrm>
            <a:off x="1776903" y="4822407"/>
            <a:ext cx="6925432" cy="1351342"/>
          </a:xfrm>
        </p:spPr>
        <p:txBody>
          <a:bodyPr anchor="t">
            <a:normAutofit/>
          </a:bodyPr>
          <a:lstStyle/>
          <a:p>
            <a:r>
              <a:rPr lang="en-US"/>
              <a:t>Scenario 5 – Patient Intake</a:t>
            </a:r>
          </a:p>
        </p:txBody>
      </p:sp>
      <p:sp>
        <p:nvSpPr>
          <p:cNvPr id="3" name="Subtitle 2">
            <a:extLst>
              <a:ext uri="{FF2B5EF4-FFF2-40B4-BE49-F238E27FC236}">
                <a16:creationId xmlns:a16="http://schemas.microsoft.com/office/drawing/2014/main" id="{527DFF6F-CF5F-CF09-10ED-985C6F8FEFD3}"/>
              </a:ext>
            </a:extLst>
          </p:cNvPr>
          <p:cNvSpPr>
            <a:spLocks noGrp="1"/>
          </p:cNvSpPr>
          <p:nvPr>
            <p:ph type="subTitle" idx="1"/>
          </p:nvPr>
        </p:nvSpPr>
        <p:spPr>
          <a:xfrm>
            <a:off x="9235224" y="4822406"/>
            <a:ext cx="2724238" cy="1351342"/>
          </a:xfrm>
        </p:spPr>
        <p:txBody>
          <a:bodyPr anchor="t">
            <a:normAutofit/>
          </a:bodyPr>
          <a:lstStyle/>
          <a:p>
            <a:r>
              <a:rPr lang="en-US"/>
              <a:t>Streamlining patient communication for efficient care</a:t>
            </a:r>
          </a:p>
        </p:txBody>
      </p:sp>
      <p:pic>
        <p:nvPicPr>
          <p:cNvPr id="7" name="Picture 6" descr="Doctor explaining paperwork to a patient in an examination room">
            <a:extLst>
              <a:ext uri="{FF2B5EF4-FFF2-40B4-BE49-F238E27FC236}">
                <a16:creationId xmlns:a16="http://schemas.microsoft.com/office/drawing/2014/main" id="{897CEEBE-5D57-4A28-9780-47A320DEC328}"/>
              </a:ext>
            </a:extLst>
          </p:cNvPr>
          <p:cNvPicPr>
            <a:picLocks noChangeAspect="1"/>
          </p:cNvPicPr>
          <p:nvPr/>
        </p:nvPicPr>
        <p:blipFill>
          <a:blip r:embed="rId3"/>
          <a:stretch>
            <a:fillRect/>
          </a:stretch>
        </p:blipFill>
        <p:spPr>
          <a:xfrm>
            <a:off x="3543572" y="0"/>
            <a:ext cx="6971756" cy="4653649"/>
          </a:xfrm>
          <a:prstGeom prst="rect">
            <a:avLst/>
          </a:prstGeom>
        </p:spPr>
      </p:pic>
      <p:sp>
        <p:nvSpPr>
          <p:cNvPr id="4" name="Footer Placeholder 3">
            <a:extLst>
              <a:ext uri="{FF2B5EF4-FFF2-40B4-BE49-F238E27FC236}">
                <a16:creationId xmlns:a16="http://schemas.microsoft.com/office/drawing/2014/main" id="{2AD2D1CB-30F1-8797-5430-EC19C302B4C1}"/>
              </a:ext>
            </a:extLst>
          </p:cNvPr>
          <p:cNvSpPr>
            <a:spLocks noGrp="1"/>
          </p:cNvSpPr>
          <p:nvPr>
            <p:ph type="ftr" sz="quarter" idx="11"/>
          </p:nvPr>
        </p:nvSpPr>
        <p:spPr>
          <a:xfrm>
            <a:off x="1776903" y="6447496"/>
            <a:ext cx="2140360"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9E0AF4B9-76A4-777C-BB81-8BFE1C9065EC}"/>
              </a:ext>
            </a:extLst>
          </p:cNvPr>
          <p:cNvSpPr>
            <a:spLocks noGrp="1"/>
          </p:cNvSpPr>
          <p:nvPr>
            <p:ph type="dt" sz="half" idx="10"/>
          </p:nvPr>
        </p:nvSpPr>
        <p:spPr>
          <a:xfrm>
            <a:off x="9235224" y="6451888"/>
            <a:ext cx="1581238" cy="338328"/>
          </a:xfrm>
        </p:spPr>
        <p:txBody>
          <a:bodyPr anchor="ctr">
            <a:normAutofit/>
          </a:bodyPr>
          <a:lstStyle/>
          <a:p>
            <a:pPr>
              <a:spcAft>
                <a:spcPts val="600"/>
              </a:spcAft>
            </a:pPr>
            <a:fld id="{21359139-99F8-4B6E-8834-95F2B9D91EE4}" type="datetime1">
              <a:rPr lang="en-US" smtClean="0"/>
              <a:pPr>
                <a:spcAft>
                  <a:spcPts val="600"/>
                </a:spcAft>
              </a:pPr>
              <a:t>4/21/2026</a:t>
            </a:fld>
            <a:endParaRPr lang="en-US"/>
          </a:p>
        </p:txBody>
      </p:sp>
      <p:sp>
        <p:nvSpPr>
          <p:cNvPr id="6" name="Slide Number Placeholder 5">
            <a:extLst>
              <a:ext uri="{FF2B5EF4-FFF2-40B4-BE49-F238E27FC236}">
                <a16:creationId xmlns:a16="http://schemas.microsoft.com/office/drawing/2014/main" id="{CFEC708F-E3EE-9F6B-1903-87D74F2949DF}"/>
              </a:ext>
            </a:extLst>
          </p:cNvPr>
          <p:cNvSpPr>
            <a:spLocks noGrp="1"/>
          </p:cNvSpPr>
          <p:nvPr>
            <p:ph type="sldNum" sz="quarter" idx="12"/>
          </p:nvPr>
        </p:nvSpPr>
        <p:spPr>
          <a:xfrm>
            <a:off x="11480357" y="6451888"/>
            <a:ext cx="457200" cy="338328"/>
          </a:xfrm>
        </p:spPr>
        <p:txBody>
          <a:bodyPr anchor="ctr">
            <a:normAutofit/>
          </a:bodyPr>
          <a:lstStyle/>
          <a:p>
            <a:pPr>
              <a:spcAft>
                <a:spcPts val="600"/>
              </a:spcAft>
            </a:pPr>
            <a:fld id="{8E274F5D-21DC-40EF-8DBA-AB9BB119E939}" type="slidenum">
              <a:rPr lang="en-US" smtClean="0"/>
              <a:pPr>
                <a:spcAft>
                  <a:spcPts val="600"/>
                </a:spcAft>
              </a:pPr>
              <a:t>1</a:t>
            </a:fld>
            <a:endParaRPr lang="en-US"/>
          </a:p>
        </p:txBody>
      </p:sp>
    </p:spTree>
    <p:extLst>
      <p:ext uri="{BB962C8B-B14F-4D97-AF65-F5344CB8AC3E}">
        <p14:creationId xmlns:p14="http://schemas.microsoft.com/office/powerpoint/2010/main" val="3809907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EC39E-E6C3-DD53-677B-27A3F7DE50B5}"/>
              </a:ext>
            </a:extLst>
          </p:cNvPr>
          <p:cNvSpPr>
            <a:spLocks noGrp="1"/>
          </p:cNvSpPr>
          <p:nvPr>
            <p:ph type="title"/>
          </p:nvPr>
        </p:nvSpPr>
        <p:spPr>
          <a:xfrm>
            <a:off x="409980" y="4311805"/>
            <a:ext cx="8585337" cy="2368300"/>
          </a:xfrm>
        </p:spPr>
        <p:txBody>
          <a:bodyPr anchor="b">
            <a:normAutofit/>
          </a:bodyPr>
          <a:lstStyle/>
          <a:p>
            <a:r>
              <a:rPr lang="en-US" sz="5900"/>
              <a:t>Pre‑Visit Administrative Intake Flow</a:t>
            </a:r>
          </a:p>
        </p:txBody>
      </p:sp>
      <p:sp>
        <p:nvSpPr>
          <p:cNvPr id="4" name="Footer Placeholder 3">
            <a:extLst>
              <a:ext uri="{FF2B5EF4-FFF2-40B4-BE49-F238E27FC236}">
                <a16:creationId xmlns:a16="http://schemas.microsoft.com/office/drawing/2014/main" id="{5FC4E2B7-AD9D-31C0-BA49-61B4E96092EF}"/>
              </a:ext>
            </a:extLst>
          </p:cNvPr>
          <p:cNvSpPr>
            <a:spLocks noGrp="1"/>
          </p:cNvSpPr>
          <p:nvPr>
            <p:ph type="ftr" sz="quarter" idx="11"/>
          </p:nvPr>
        </p:nvSpPr>
        <p:spPr>
          <a:xfrm>
            <a:off x="419100" y="219456"/>
            <a:ext cx="2656178" cy="338328"/>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2FAEC395-808D-EE8A-40E0-FC422CFC3368}"/>
              </a:ext>
            </a:extLst>
          </p:cNvPr>
          <p:cNvSpPr>
            <a:spLocks noGrp="1"/>
          </p:cNvSpPr>
          <p:nvPr>
            <p:ph type="dt" sz="half" idx="10"/>
          </p:nvPr>
        </p:nvSpPr>
        <p:spPr>
          <a:xfrm>
            <a:off x="8801100" y="219456"/>
            <a:ext cx="1913256" cy="338328"/>
          </a:xfrm>
        </p:spPr>
        <p:txBody>
          <a:bodyPr anchor="ctr">
            <a:normAutofit/>
          </a:bodyPr>
          <a:lstStyle/>
          <a:p>
            <a:pPr>
              <a:spcAft>
                <a:spcPts val="600"/>
              </a:spcAft>
            </a:pPr>
            <a:fld id="{21359139-99F8-4B6E-8834-95F2B9D91EE4}" type="datetime1">
              <a:rPr lang="en-US" smtClean="0"/>
              <a:pPr>
                <a:spcAft>
                  <a:spcPts val="600"/>
                </a:spcAft>
              </a:pPr>
              <a:t>4/21/2026</a:t>
            </a:fld>
            <a:endParaRPr lang="en-US"/>
          </a:p>
        </p:txBody>
      </p:sp>
      <p:sp>
        <p:nvSpPr>
          <p:cNvPr id="6" name="Slide Number Placeholder 5">
            <a:extLst>
              <a:ext uri="{FF2B5EF4-FFF2-40B4-BE49-F238E27FC236}">
                <a16:creationId xmlns:a16="http://schemas.microsoft.com/office/drawing/2014/main" id="{B0ED2C37-A5BA-98BA-41B2-49A06A2CC727}"/>
              </a:ext>
            </a:extLst>
          </p:cNvPr>
          <p:cNvSpPr>
            <a:spLocks noGrp="1"/>
          </p:cNvSpPr>
          <p:nvPr>
            <p:ph type="sldNum" sz="quarter" idx="12"/>
          </p:nvPr>
        </p:nvSpPr>
        <p:spPr>
          <a:xfrm>
            <a:off x="11291658" y="219456"/>
            <a:ext cx="555948" cy="338328"/>
          </a:xfrm>
        </p:spPr>
        <p:txBody>
          <a:bodyPr anchor="ctr">
            <a:normAutofit/>
          </a:bodyPr>
          <a:lstStyle/>
          <a:p>
            <a:pPr>
              <a:spcAft>
                <a:spcPts val="600"/>
              </a:spcAft>
            </a:pPr>
            <a:fld id="{8E274F5D-21DC-40EF-8DBA-AB9BB119E939}" type="slidenum">
              <a:rPr lang="en-US" smtClean="0"/>
              <a:pPr>
                <a:spcAft>
                  <a:spcPts val="600"/>
                </a:spcAft>
              </a:pPr>
              <a:t>2</a:t>
            </a:fld>
            <a:endParaRPr lang="en-US"/>
          </a:p>
        </p:txBody>
      </p:sp>
    </p:spTree>
    <p:extLst>
      <p:ext uri="{BB962C8B-B14F-4D97-AF65-F5344CB8AC3E}">
        <p14:creationId xmlns:p14="http://schemas.microsoft.com/office/powerpoint/2010/main" val="35494868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27F9D-D9AD-3D17-DCA4-56D320747E01}"/>
              </a:ext>
            </a:extLst>
          </p:cNvPr>
          <p:cNvSpPr>
            <a:spLocks noGrp="1"/>
          </p:cNvSpPr>
          <p:nvPr>
            <p:ph type="title"/>
          </p:nvPr>
        </p:nvSpPr>
        <p:spPr>
          <a:xfrm>
            <a:off x="419100" y="4607626"/>
            <a:ext cx="4419600" cy="1640774"/>
          </a:xfrm>
        </p:spPr>
        <p:txBody>
          <a:bodyPr anchor="t">
            <a:normAutofit/>
          </a:bodyPr>
          <a:lstStyle/>
          <a:p>
            <a:r>
              <a:rPr lang="en-US"/>
              <a:t>From Scheduled Appointment to Ready‑for‑Visit Decision</a:t>
            </a:r>
          </a:p>
        </p:txBody>
      </p:sp>
      <p:pic>
        <p:nvPicPr>
          <p:cNvPr id="8" name="Content Placeholder 7" descr="Digitally generated image of Medical Scientists in a Containment lab">
            <a:extLst>
              <a:ext uri="{FF2B5EF4-FFF2-40B4-BE49-F238E27FC236}">
                <a16:creationId xmlns:a16="http://schemas.microsoft.com/office/drawing/2014/main" id="{29FF69BA-3D63-4F68-B09C-F9C707F1FBEE}"/>
              </a:ext>
            </a:extLst>
          </p:cNvPr>
          <p:cNvPicPr>
            <a:picLocks noGrp="1" noChangeAspect="1"/>
          </p:cNvPicPr>
          <p:nvPr>
            <p:ph type="pic" sz="quarter" idx="15"/>
          </p:nvPr>
        </p:nvPicPr>
        <p:blipFill>
          <a:blip r:embed="rId3"/>
          <a:srcRect l="7163" r="28277" b="2"/>
          <a:stretch>
            <a:fillRect/>
          </a:stretch>
        </p:blipFill>
        <p:spPr>
          <a:xfrm>
            <a:off x="1914" y="10"/>
            <a:ext cx="4836786" cy="4214181"/>
          </a:xfrm>
        </p:spPr>
      </p:pic>
      <p:sp>
        <p:nvSpPr>
          <p:cNvPr id="3" name="Footer Placeholder 2">
            <a:extLst>
              <a:ext uri="{FF2B5EF4-FFF2-40B4-BE49-F238E27FC236}">
                <a16:creationId xmlns:a16="http://schemas.microsoft.com/office/drawing/2014/main" id="{45D52408-9423-E601-545F-68C452D0CE1A}"/>
              </a:ext>
            </a:extLst>
          </p:cNvPr>
          <p:cNvSpPr>
            <a:spLocks noGrp="1"/>
          </p:cNvSpPr>
          <p:nvPr>
            <p:ph type="ftr" sz="quarter" idx="11"/>
          </p:nvPr>
        </p:nvSpPr>
        <p:spPr>
          <a:xfrm>
            <a:off x="5541275" y="209088"/>
            <a:ext cx="2726376" cy="338328"/>
          </a:xfrm>
        </p:spPr>
        <p:txBody>
          <a:bodyPr anchor="ctr">
            <a:normAutofit/>
          </a:bodyPr>
          <a:lstStyle/>
          <a:p>
            <a:pPr>
              <a:spcAft>
                <a:spcPts val="600"/>
              </a:spcAft>
            </a:pPr>
            <a:r>
              <a:rPr lang="en-US"/>
              <a:t>Sample Footer Text</a:t>
            </a:r>
          </a:p>
        </p:txBody>
      </p:sp>
      <p:sp>
        <p:nvSpPr>
          <p:cNvPr id="4" name="Date Placeholder 3">
            <a:extLst>
              <a:ext uri="{FF2B5EF4-FFF2-40B4-BE49-F238E27FC236}">
                <a16:creationId xmlns:a16="http://schemas.microsoft.com/office/drawing/2014/main" id="{79740930-A538-C31D-96B5-D83FCE3953E3}"/>
              </a:ext>
            </a:extLst>
          </p:cNvPr>
          <p:cNvSpPr>
            <a:spLocks noGrp="1"/>
          </p:cNvSpPr>
          <p:nvPr>
            <p:ph type="dt" sz="half" idx="10"/>
          </p:nvPr>
        </p:nvSpPr>
        <p:spPr>
          <a:xfrm>
            <a:off x="8801100" y="214858"/>
            <a:ext cx="1905250" cy="338328"/>
          </a:xfrm>
        </p:spPr>
        <p:txBody>
          <a:bodyPr anchor="ctr">
            <a:normAutofit/>
          </a:bodyPr>
          <a:lstStyle/>
          <a:p>
            <a:pPr>
              <a:spcAft>
                <a:spcPts val="600"/>
              </a:spcAft>
            </a:pPr>
            <a:fld id="{F38C42AE-61C6-458B-86C3-22D39A5E8956}" type="datetime1">
              <a:rPr lang="en-US" smtClean="0"/>
              <a:pPr>
                <a:spcAft>
                  <a:spcPts val="600"/>
                </a:spcAft>
              </a:pPr>
              <a:t>4/21/2026</a:t>
            </a:fld>
            <a:endParaRPr lang="en-US"/>
          </a:p>
        </p:txBody>
      </p:sp>
      <p:sp>
        <p:nvSpPr>
          <p:cNvPr id="5" name="Slide Number Placeholder 4">
            <a:extLst>
              <a:ext uri="{FF2B5EF4-FFF2-40B4-BE49-F238E27FC236}">
                <a16:creationId xmlns:a16="http://schemas.microsoft.com/office/drawing/2014/main" id="{624CF92F-2267-3B72-A722-ED9631FC54DB}"/>
              </a:ext>
            </a:extLst>
          </p:cNvPr>
          <p:cNvSpPr>
            <a:spLocks noGrp="1"/>
          </p:cNvSpPr>
          <p:nvPr>
            <p:ph type="sldNum" sz="quarter" idx="12"/>
          </p:nvPr>
        </p:nvSpPr>
        <p:spPr>
          <a:xfrm>
            <a:off x="11291657" y="214858"/>
            <a:ext cx="555948" cy="338328"/>
          </a:xfrm>
        </p:spPr>
        <p:txBody>
          <a:bodyPr anchor="ctr">
            <a:normAutofit/>
          </a:bodyPr>
          <a:lstStyle/>
          <a:p>
            <a:pPr>
              <a:spcAft>
                <a:spcPts val="600"/>
              </a:spcAft>
            </a:pPr>
            <a:fld id="{8E274F5D-21DC-40EF-8DBA-AB9BB119E939}" type="slidenum">
              <a:rPr lang="en-US" smtClean="0"/>
              <a:pPr>
                <a:spcAft>
                  <a:spcPts val="600"/>
                </a:spcAft>
              </a:pPr>
              <a:t>3</a:t>
            </a:fld>
            <a:endParaRPr lang="en-US"/>
          </a:p>
        </p:txBody>
      </p:sp>
      <p:sp>
        <p:nvSpPr>
          <p:cNvPr id="7" name="Content Placeholder 6">
            <a:extLst>
              <a:ext uri="{FF2B5EF4-FFF2-40B4-BE49-F238E27FC236}">
                <a16:creationId xmlns:a16="http://schemas.microsoft.com/office/drawing/2014/main" id="{F6E8C681-6C64-8117-EEA3-4EE1087E165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41276" y="1104900"/>
            <a:ext cx="5750381" cy="5143500"/>
          </a:xfrm>
        </p:spPr>
        <p:txBody>
          <a:bodyPr vert="horz" lIns="91440" tIns="45720" rIns="91440" bIns="45720" rtlCol="0" anchor="t">
            <a:normAutofit/>
          </a:bodyPr>
          <a:lstStyle/>
          <a:p>
            <a:pPr marL="0" indent="0">
              <a:spcBef>
                <a:spcPts val="2500"/>
              </a:spcBef>
              <a:buFont typeface="Arial" panose="020B0604020202020204" pitchFamily="34" charset="0"/>
              <a:buNone/>
            </a:pPr>
            <a:r>
              <a:rPr lang="en-US" b="1"/>
              <a:t>High Appointment Volume</a:t>
            </a:r>
          </a:p>
          <a:p>
            <a:pPr marL="0" lvl="1" indent="0">
              <a:buFont typeface="Arial" panose="020B0604020202020204" pitchFamily="34" charset="0"/>
              <a:buNone/>
            </a:pPr>
            <a:r>
              <a:rPr lang="en-US"/>
              <a:t>The practice manages about 180 patient visits daily, creating hundreds of upcoming appointments needing preparation.</a:t>
            </a:r>
          </a:p>
          <a:p>
            <a:pPr marL="0" indent="0">
              <a:spcBef>
                <a:spcPts val="2500"/>
              </a:spcBef>
              <a:buFont typeface="Arial" panose="020B0604020202020204" pitchFamily="34" charset="0"/>
              <a:buNone/>
            </a:pPr>
            <a:r>
              <a:rPr lang="en-US" b="1"/>
              <a:t>AI Intake Orchestrator Role</a:t>
            </a:r>
          </a:p>
          <a:p>
            <a:pPr marL="0" lvl="1"/>
            <a:r>
              <a:rPr lang="en-US"/>
              <a:t>The AI system needs to handle non-clinical tasks </a:t>
            </a:r>
            <a:r>
              <a:rPr lang="en-US" dirty="0"/>
              <a:t>such as insurance verification and questionnaire completion.</a:t>
            </a:r>
          </a:p>
          <a:p>
            <a:pPr marL="0" indent="0">
              <a:spcBef>
                <a:spcPts val="2500"/>
              </a:spcBef>
              <a:buFont typeface="Arial" panose="020B0604020202020204" pitchFamily="34" charset="0"/>
              <a:buNone/>
            </a:pPr>
            <a:r>
              <a:rPr lang="en-US" b="1"/>
              <a:t>Decision Point for Readiness</a:t>
            </a:r>
          </a:p>
          <a:p>
            <a:pPr marL="0" lvl="1" indent="0">
              <a:buFont typeface="Arial" panose="020B0604020202020204" pitchFamily="34" charset="0"/>
              <a:buNone/>
            </a:pPr>
            <a:r>
              <a:rPr lang="en-US"/>
              <a:t>A binary decision checks if all administrative requirements are met to mark visits as ready or escalate issues to humans.</a:t>
            </a:r>
          </a:p>
          <a:p>
            <a:pPr marL="0" indent="0">
              <a:spcBef>
                <a:spcPts val="2500"/>
              </a:spcBef>
              <a:buFont typeface="Arial" panose="020B0604020202020204" pitchFamily="34" charset="0"/>
              <a:buNone/>
            </a:pPr>
            <a:r>
              <a:rPr lang="en-US" b="1"/>
              <a:t>Human Escalation and Accountability</a:t>
            </a:r>
          </a:p>
          <a:p>
            <a:pPr marL="0" lvl="1" indent="0">
              <a:buFont typeface="Arial" panose="020B0604020202020204" pitchFamily="34" charset="0"/>
              <a:buNone/>
            </a:pPr>
            <a:r>
              <a:rPr lang="en-US"/>
              <a:t>Escalations create tasks for front-desk staff ensuring human judgment handles ambiguous or failed checks with context.</a:t>
            </a:r>
          </a:p>
        </p:txBody>
      </p:sp>
    </p:spTree>
    <p:extLst>
      <p:ext uri="{BB962C8B-B14F-4D97-AF65-F5344CB8AC3E}">
        <p14:creationId xmlns:p14="http://schemas.microsoft.com/office/powerpoint/2010/main" val="12528749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_win32_Liz_v4" id="{15E0A01B-C0A0-4E33-97EB-A34D3C451DCF}" vid="{FB8E1E66-9252-4554-A1C4-ACC82554D8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3</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Film burn</vt:lpstr>
      <vt:lpstr>Scenario 5 – Patient Intake</vt:lpstr>
      <vt:lpstr>Pre‑Visit Administrative Intake Flow</vt:lpstr>
      <vt:lpstr>From Scheduled Appointment to Ready‑for‑Visit Decision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nadia_rahmatulla@firstderivative.com</dc:creator>
  <cp:lastModifiedBy>nadia_rahmatulla@firstderivative.com</cp:lastModifiedBy>
  <cp:revision>9</cp:revision>
  <dcterms:modified xsi:type="dcterms:W3CDTF">2026-04-21T18:19:10Z</dcterms:modified>
</cp:coreProperties>
</file>